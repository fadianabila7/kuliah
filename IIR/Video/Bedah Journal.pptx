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0441" autoAdjust="0"/>
  </p:normalViewPr>
  <p:slideViewPr>
    <p:cSldViewPr snapToGrid="0">
      <p:cViewPr varScale="1">
        <p:scale>
          <a:sx n="82" d="100"/>
          <a:sy n="82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AE18A3-D8E7-4693-A3F1-E969700486B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CA2FD51-7FE8-4BE0-8433-46CBDF243CD8}">
      <dgm:prSet phldrT="[Text]"/>
      <dgm:spPr/>
      <dgm:t>
        <a:bodyPr/>
        <a:lstStyle/>
        <a:p>
          <a:r>
            <a:rPr lang="en-US" b="1" dirty="0" smtClean="0"/>
            <a:t>Volume Data</a:t>
          </a:r>
          <a:endParaRPr lang="en-US" b="1" dirty="0"/>
        </a:p>
      </dgm:t>
    </dgm:pt>
    <dgm:pt modelId="{43D4BC2F-A3A5-4348-AE8C-94EF1C42E46B}" type="parTrans" cxnId="{851D56A2-6D89-41C5-B80C-0614690EA824}">
      <dgm:prSet/>
      <dgm:spPr/>
      <dgm:t>
        <a:bodyPr/>
        <a:lstStyle/>
        <a:p>
          <a:endParaRPr lang="en-US"/>
        </a:p>
      </dgm:t>
    </dgm:pt>
    <dgm:pt modelId="{72FAA14F-6BC2-422E-B31A-B2458F099BD5}" type="sibTrans" cxnId="{851D56A2-6D89-41C5-B80C-0614690EA824}">
      <dgm:prSet/>
      <dgm:spPr/>
      <dgm:t>
        <a:bodyPr/>
        <a:lstStyle/>
        <a:p>
          <a:endParaRPr lang="en-US"/>
        </a:p>
      </dgm:t>
    </dgm:pt>
    <dgm:pt modelId="{2EFCE5A3-8204-4F15-A26E-9646CEF742CC}">
      <dgm:prSet phldrT="[Text]"/>
      <dgm:spPr/>
      <dgm:t>
        <a:bodyPr/>
        <a:lstStyle/>
        <a:p>
          <a:r>
            <a:rPr lang="en-US" dirty="0" err="1" smtClean="0"/>
            <a:t>Lebih</a:t>
          </a:r>
          <a:r>
            <a:rPr lang="en-US" dirty="0" smtClean="0"/>
            <a:t> </a:t>
          </a:r>
          <a:r>
            <a:rPr lang="en-US" dirty="0" err="1" smtClean="0"/>
            <a:t>dari</a:t>
          </a:r>
          <a:r>
            <a:rPr lang="en-US" dirty="0" smtClean="0"/>
            <a:t> 80% </a:t>
          </a:r>
          <a:r>
            <a:rPr lang="en-US" dirty="0" err="1" smtClean="0"/>
            <a:t>dokumen</a:t>
          </a:r>
          <a:r>
            <a:rPr lang="en-US" dirty="0" smtClean="0"/>
            <a:t> digital </a:t>
          </a:r>
          <a:r>
            <a:rPr lang="en-US" dirty="0" err="1" smtClean="0"/>
            <a:t>berbentuk</a:t>
          </a:r>
          <a:r>
            <a:rPr lang="en-US" dirty="0" smtClean="0"/>
            <a:t> </a:t>
          </a:r>
          <a:r>
            <a:rPr lang="en-US" dirty="0" err="1" smtClean="0"/>
            <a:t>teks</a:t>
          </a:r>
          <a:r>
            <a:rPr lang="en-US" dirty="0" smtClean="0"/>
            <a:t>, </a:t>
          </a:r>
          <a:r>
            <a:rPr lang="en-US" dirty="0" err="1" smtClean="0"/>
            <a:t>menyebabkan</a:t>
          </a:r>
          <a:r>
            <a:rPr lang="en-US" dirty="0" smtClean="0"/>
            <a:t> </a:t>
          </a:r>
          <a:r>
            <a:rPr lang="en-US" dirty="0" err="1" smtClean="0"/>
            <a:t>limpahan</a:t>
          </a:r>
          <a:r>
            <a:rPr lang="en-US" dirty="0" smtClean="0"/>
            <a:t> </a:t>
          </a:r>
          <a:r>
            <a:rPr lang="en-US" dirty="0" err="1" smtClean="0"/>
            <a:t>informasi</a:t>
          </a:r>
          <a:r>
            <a:rPr lang="en-US" dirty="0" smtClean="0"/>
            <a:t>.</a:t>
          </a:r>
          <a:endParaRPr lang="en-US" dirty="0"/>
        </a:p>
      </dgm:t>
    </dgm:pt>
    <dgm:pt modelId="{1D17F51C-1A4B-4B20-82A1-B36F31417DF2}" type="parTrans" cxnId="{0CDD3487-28A2-4826-A641-1DBB0B5F92F5}">
      <dgm:prSet/>
      <dgm:spPr/>
      <dgm:t>
        <a:bodyPr/>
        <a:lstStyle/>
        <a:p>
          <a:endParaRPr lang="en-US"/>
        </a:p>
      </dgm:t>
    </dgm:pt>
    <dgm:pt modelId="{84C87099-B5A7-47F4-A4A2-B7B25D12B5C0}" type="sibTrans" cxnId="{0CDD3487-28A2-4826-A641-1DBB0B5F92F5}">
      <dgm:prSet/>
      <dgm:spPr/>
      <dgm:t>
        <a:bodyPr/>
        <a:lstStyle/>
        <a:p>
          <a:endParaRPr lang="en-US"/>
        </a:p>
      </dgm:t>
    </dgm:pt>
    <dgm:pt modelId="{5A25F9B1-8013-40E6-B86C-8B1A27EC78F7}">
      <dgm:prSet phldrT="[Text]"/>
      <dgm:spPr/>
      <dgm:t>
        <a:bodyPr/>
        <a:lstStyle/>
        <a:p>
          <a:r>
            <a:rPr lang="en-US" b="1" dirty="0" err="1" smtClean="0"/>
            <a:t>Masalah</a:t>
          </a:r>
          <a:r>
            <a:rPr lang="en-US" b="1" dirty="0" smtClean="0"/>
            <a:t> </a:t>
          </a:r>
          <a:r>
            <a:rPr lang="en-US" b="1" dirty="0" err="1" smtClean="0"/>
            <a:t>Perpustakaan</a:t>
          </a:r>
          <a:endParaRPr lang="en-US" b="1" dirty="0"/>
        </a:p>
      </dgm:t>
    </dgm:pt>
    <dgm:pt modelId="{66E3A614-318F-4D20-8833-3A0ED38969D6}" type="parTrans" cxnId="{FE65A519-C0E4-4D6B-B619-2C45B91B8C50}">
      <dgm:prSet/>
      <dgm:spPr/>
      <dgm:t>
        <a:bodyPr/>
        <a:lstStyle/>
        <a:p>
          <a:endParaRPr lang="en-US"/>
        </a:p>
      </dgm:t>
    </dgm:pt>
    <dgm:pt modelId="{5379A7DA-08B7-4046-979A-514AA78D35C9}" type="sibTrans" cxnId="{FE65A519-C0E4-4D6B-B619-2C45B91B8C50}">
      <dgm:prSet/>
      <dgm:spPr/>
      <dgm:t>
        <a:bodyPr/>
        <a:lstStyle/>
        <a:p>
          <a:endParaRPr lang="en-US"/>
        </a:p>
      </dgm:t>
    </dgm:pt>
    <dgm:pt modelId="{9C499C1B-DAD1-4209-BFD3-89FAD82A2084}">
      <dgm:prSet phldrT="[Text]"/>
      <dgm:spPr/>
      <dgm:t>
        <a:bodyPr/>
        <a:lstStyle/>
        <a:p>
          <a:r>
            <a:rPr lang="en-US" dirty="0" err="1" smtClean="0"/>
            <a:t>Sulit</a:t>
          </a:r>
          <a:r>
            <a:rPr lang="en-US" dirty="0" smtClean="0"/>
            <a:t> </a:t>
          </a:r>
          <a:r>
            <a:rPr lang="en-US" dirty="0" err="1" smtClean="0"/>
            <a:t>mengenali</a:t>
          </a:r>
          <a:r>
            <a:rPr lang="en-US" dirty="0" smtClean="0"/>
            <a:t> </a:t>
          </a:r>
          <a:r>
            <a:rPr lang="en-US" dirty="0" err="1" smtClean="0"/>
            <a:t>buku</a:t>
          </a:r>
          <a:r>
            <a:rPr lang="en-US" dirty="0" smtClean="0"/>
            <a:t> </a:t>
          </a:r>
          <a:r>
            <a:rPr lang="en-US" dirty="0" err="1" smtClean="0"/>
            <a:t>referensi</a:t>
          </a:r>
          <a:r>
            <a:rPr lang="en-US" dirty="0" smtClean="0"/>
            <a:t>/</a:t>
          </a:r>
          <a:r>
            <a:rPr lang="en-US" dirty="0" err="1" smtClean="0"/>
            <a:t>Tugas</a:t>
          </a:r>
          <a:r>
            <a:rPr lang="en-US" dirty="0" smtClean="0"/>
            <a:t> </a:t>
          </a:r>
          <a:r>
            <a:rPr lang="en-US" dirty="0" err="1" smtClean="0"/>
            <a:t>Akhir</a:t>
          </a:r>
          <a:r>
            <a:rPr lang="en-US" dirty="0" smtClean="0"/>
            <a:t> (TA) yang </a:t>
          </a:r>
          <a:r>
            <a:rPr lang="en-US" dirty="0" err="1" smtClean="0"/>
            <a:t>sesuai</a:t>
          </a:r>
          <a:r>
            <a:rPr lang="en-US" dirty="0" smtClean="0"/>
            <a:t> </a:t>
          </a:r>
          <a:r>
            <a:rPr lang="en-US" dirty="0" err="1" smtClean="0"/>
            <a:t>topik</a:t>
          </a:r>
          <a:r>
            <a:rPr lang="en-US" dirty="0" smtClean="0"/>
            <a:t> </a:t>
          </a:r>
          <a:r>
            <a:rPr lang="en-US" dirty="0" err="1" smtClean="0"/>
            <a:t>karena</a:t>
          </a:r>
          <a:r>
            <a:rPr lang="en-US" dirty="0" smtClean="0"/>
            <a:t> </a:t>
          </a:r>
          <a:r>
            <a:rPr lang="en-US" dirty="0" err="1" smtClean="0"/>
            <a:t>banyaknya</a:t>
          </a:r>
          <a:r>
            <a:rPr lang="en-US" dirty="0" smtClean="0"/>
            <a:t> data.</a:t>
          </a:r>
          <a:endParaRPr lang="en-US" dirty="0"/>
        </a:p>
      </dgm:t>
    </dgm:pt>
    <dgm:pt modelId="{805E9FE4-5432-4349-BFC6-C44D90F87C0A}" type="parTrans" cxnId="{16322FEC-9196-40CD-83BE-F20DDD7286E5}">
      <dgm:prSet/>
      <dgm:spPr/>
      <dgm:t>
        <a:bodyPr/>
        <a:lstStyle/>
        <a:p>
          <a:endParaRPr lang="en-US"/>
        </a:p>
      </dgm:t>
    </dgm:pt>
    <dgm:pt modelId="{E8FAC1AF-2451-4EC8-A9EB-D0074395AD68}" type="sibTrans" cxnId="{16322FEC-9196-40CD-83BE-F20DDD7286E5}">
      <dgm:prSet/>
      <dgm:spPr/>
      <dgm:t>
        <a:bodyPr/>
        <a:lstStyle/>
        <a:p>
          <a:endParaRPr lang="en-US"/>
        </a:p>
      </dgm:t>
    </dgm:pt>
    <dgm:pt modelId="{7B373090-CDC3-4844-B3FF-AD9E7C3E0E8D}">
      <dgm:prSet/>
      <dgm:spPr/>
      <dgm:t>
        <a:bodyPr/>
        <a:lstStyle/>
        <a:p>
          <a:r>
            <a:rPr lang="en-US" dirty="0" err="1" smtClean="0"/>
            <a:t>Pencarian</a:t>
          </a:r>
          <a:r>
            <a:rPr lang="en-US" dirty="0" smtClean="0"/>
            <a:t> manual </a:t>
          </a:r>
          <a:r>
            <a:rPr lang="en-US" dirty="0" err="1" smtClean="0"/>
            <a:t>sering</a:t>
          </a:r>
          <a:r>
            <a:rPr lang="en-US" dirty="0" smtClean="0"/>
            <a:t> </a:t>
          </a:r>
          <a:r>
            <a:rPr lang="en-US" dirty="0" err="1" smtClean="0"/>
            <a:t>tidak</a:t>
          </a:r>
          <a:r>
            <a:rPr lang="en-US" dirty="0" smtClean="0"/>
            <a:t> </a:t>
          </a:r>
          <a:r>
            <a:rPr lang="en-US" dirty="0" err="1" smtClean="0"/>
            <a:t>efisien</a:t>
          </a:r>
          <a:r>
            <a:rPr lang="en-US" dirty="0" smtClean="0"/>
            <a:t>.</a:t>
          </a:r>
          <a:endParaRPr lang="en-US" dirty="0"/>
        </a:p>
      </dgm:t>
    </dgm:pt>
    <dgm:pt modelId="{74B8DE67-B50D-47D1-BD98-9F4B4C105269}" type="parTrans" cxnId="{BBFB3E91-2CB7-4E6B-ADF6-C9A8EB8ED903}">
      <dgm:prSet/>
      <dgm:spPr/>
      <dgm:t>
        <a:bodyPr/>
        <a:lstStyle/>
        <a:p>
          <a:endParaRPr lang="en-US"/>
        </a:p>
      </dgm:t>
    </dgm:pt>
    <dgm:pt modelId="{85E4CDA0-6A91-48A2-B1F5-C759C7F2A7A9}" type="sibTrans" cxnId="{BBFB3E91-2CB7-4E6B-ADF6-C9A8EB8ED903}">
      <dgm:prSet/>
      <dgm:spPr/>
      <dgm:t>
        <a:bodyPr/>
        <a:lstStyle/>
        <a:p>
          <a:endParaRPr lang="en-US"/>
        </a:p>
      </dgm:t>
    </dgm:pt>
    <dgm:pt modelId="{AE5B3D69-0D96-494F-972E-1AC21853FF82}">
      <dgm:prSet/>
      <dgm:spPr/>
      <dgm:t>
        <a:bodyPr/>
        <a:lstStyle/>
        <a:p>
          <a:r>
            <a:rPr lang="en-US" b="1" dirty="0" err="1" smtClean="0"/>
            <a:t>Solusi</a:t>
          </a:r>
          <a:endParaRPr lang="en-US" b="1" dirty="0"/>
        </a:p>
      </dgm:t>
    </dgm:pt>
    <dgm:pt modelId="{DA254A87-64AD-43EA-97EE-882D32222DF8}" type="parTrans" cxnId="{A2F3D013-5FE5-4BEB-B9CF-D0295D144C92}">
      <dgm:prSet/>
      <dgm:spPr/>
      <dgm:t>
        <a:bodyPr/>
        <a:lstStyle/>
        <a:p>
          <a:endParaRPr lang="en-US"/>
        </a:p>
      </dgm:t>
    </dgm:pt>
    <dgm:pt modelId="{2783935F-DB45-4C2E-8FE1-A8C7781EF016}" type="sibTrans" cxnId="{A2F3D013-5FE5-4BEB-B9CF-D0295D144C92}">
      <dgm:prSet/>
      <dgm:spPr/>
      <dgm:t>
        <a:bodyPr/>
        <a:lstStyle/>
        <a:p>
          <a:endParaRPr lang="en-US"/>
        </a:p>
      </dgm:t>
    </dgm:pt>
    <dgm:pt modelId="{E3C648DA-7A87-4FCE-9DDC-CEB7F26CA0CA}">
      <dgm:prSet/>
      <dgm:spPr/>
      <dgm:t>
        <a:bodyPr/>
        <a:lstStyle/>
        <a:p>
          <a:r>
            <a:rPr lang="en-US" smtClean="0"/>
            <a:t>Dibutuhkan sistem klasifikasi teks otomatis menggunakan pendekatan </a:t>
          </a:r>
          <a:r>
            <a:rPr lang="en-US" i="1" smtClean="0"/>
            <a:t>supervised learning</a:t>
          </a:r>
          <a:endParaRPr lang="en-US" dirty="0"/>
        </a:p>
      </dgm:t>
    </dgm:pt>
    <dgm:pt modelId="{3BE9C030-F886-40A9-B3D2-72FC1C83990C}" type="parTrans" cxnId="{720FD67E-72F6-42B1-89F5-E9C378ED9EE9}">
      <dgm:prSet/>
      <dgm:spPr/>
      <dgm:t>
        <a:bodyPr/>
        <a:lstStyle/>
        <a:p>
          <a:endParaRPr lang="en-US"/>
        </a:p>
      </dgm:t>
    </dgm:pt>
    <dgm:pt modelId="{3A8F3E22-8F3E-4A74-B5DE-901C8AF89486}" type="sibTrans" cxnId="{720FD67E-72F6-42B1-89F5-E9C378ED9EE9}">
      <dgm:prSet/>
      <dgm:spPr/>
      <dgm:t>
        <a:bodyPr/>
        <a:lstStyle/>
        <a:p>
          <a:endParaRPr lang="en-US"/>
        </a:p>
      </dgm:t>
    </dgm:pt>
    <dgm:pt modelId="{7521AF4A-7679-4133-8F3F-F3FD97575953}" type="pres">
      <dgm:prSet presAssocID="{C2AE18A3-D8E7-4693-A3F1-E969700486B0}" presName="linear" presStyleCnt="0">
        <dgm:presLayoutVars>
          <dgm:animLvl val="lvl"/>
          <dgm:resizeHandles val="exact"/>
        </dgm:presLayoutVars>
      </dgm:prSet>
      <dgm:spPr/>
    </dgm:pt>
    <dgm:pt modelId="{3C4DDB0E-5C02-4E48-AA2E-447B80E40FAA}" type="pres">
      <dgm:prSet presAssocID="{ECA2FD51-7FE8-4BE0-8433-46CBDF243CD8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C23D69-43A7-4CDE-85A3-06C349E7E1C0}" type="pres">
      <dgm:prSet presAssocID="{ECA2FD51-7FE8-4BE0-8433-46CBDF243CD8}" presName="childText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9DB9B2-1B7B-45F8-B78F-39A761CE5935}" type="pres">
      <dgm:prSet presAssocID="{5A25F9B1-8013-40E6-B86C-8B1A27EC78F7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2EF2B2-70C1-45C3-BA07-4AC3C91F30B6}" type="pres">
      <dgm:prSet presAssocID="{5A25F9B1-8013-40E6-B86C-8B1A27EC78F7}" presName="childText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C5B83D-D6FF-487C-AC9C-F8D1111BC9FD}" type="pres">
      <dgm:prSet presAssocID="{AE5B3D69-0D96-494F-972E-1AC21853FF8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7A4706-C02B-42A5-B2D9-57E5AA16EA99}" type="pres">
      <dgm:prSet presAssocID="{AE5B3D69-0D96-494F-972E-1AC21853FF82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BFB3E91-2CB7-4E6B-ADF6-C9A8EB8ED903}" srcId="{5A25F9B1-8013-40E6-B86C-8B1A27EC78F7}" destId="{7B373090-CDC3-4844-B3FF-AD9E7C3E0E8D}" srcOrd="1" destOrd="0" parTransId="{74B8DE67-B50D-47D1-BD98-9F4B4C105269}" sibTransId="{85E4CDA0-6A91-48A2-B1F5-C759C7F2A7A9}"/>
    <dgm:cxn modelId="{FE65A519-C0E4-4D6B-B619-2C45B91B8C50}" srcId="{C2AE18A3-D8E7-4693-A3F1-E969700486B0}" destId="{5A25F9B1-8013-40E6-B86C-8B1A27EC78F7}" srcOrd="1" destOrd="0" parTransId="{66E3A614-318F-4D20-8833-3A0ED38969D6}" sibTransId="{5379A7DA-08B7-4046-979A-514AA78D35C9}"/>
    <dgm:cxn modelId="{0CDD3487-28A2-4826-A641-1DBB0B5F92F5}" srcId="{ECA2FD51-7FE8-4BE0-8433-46CBDF243CD8}" destId="{2EFCE5A3-8204-4F15-A26E-9646CEF742CC}" srcOrd="0" destOrd="0" parTransId="{1D17F51C-1A4B-4B20-82A1-B36F31417DF2}" sibTransId="{84C87099-B5A7-47F4-A4A2-B7B25D12B5C0}"/>
    <dgm:cxn modelId="{720FD67E-72F6-42B1-89F5-E9C378ED9EE9}" srcId="{AE5B3D69-0D96-494F-972E-1AC21853FF82}" destId="{E3C648DA-7A87-4FCE-9DDC-CEB7F26CA0CA}" srcOrd="0" destOrd="0" parTransId="{3BE9C030-F886-40A9-B3D2-72FC1C83990C}" sibTransId="{3A8F3E22-8F3E-4A74-B5DE-901C8AF89486}"/>
    <dgm:cxn modelId="{A2F3D013-5FE5-4BEB-B9CF-D0295D144C92}" srcId="{C2AE18A3-D8E7-4693-A3F1-E969700486B0}" destId="{AE5B3D69-0D96-494F-972E-1AC21853FF82}" srcOrd="2" destOrd="0" parTransId="{DA254A87-64AD-43EA-97EE-882D32222DF8}" sibTransId="{2783935F-DB45-4C2E-8FE1-A8C7781EF016}"/>
    <dgm:cxn modelId="{60F0DD5E-242D-4A50-981F-E5CD03A233C9}" type="presOf" srcId="{5A25F9B1-8013-40E6-B86C-8B1A27EC78F7}" destId="{109DB9B2-1B7B-45F8-B78F-39A761CE5935}" srcOrd="0" destOrd="0" presId="urn:microsoft.com/office/officeart/2005/8/layout/vList2"/>
    <dgm:cxn modelId="{F41D90A2-8D9A-400E-8779-8886EA2E0193}" type="presOf" srcId="{E3C648DA-7A87-4FCE-9DDC-CEB7F26CA0CA}" destId="{8A7A4706-C02B-42A5-B2D9-57E5AA16EA99}" srcOrd="0" destOrd="0" presId="urn:microsoft.com/office/officeart/2005/8/layout/vList2"/>
    <dgm:cxn modelId="{C6113560-0E88-4F08-80AB-BC2FE5FE3C04}" type="presOf" srcId="{7B373090-CDC3-4844-B3FF-AD9E7C3E0E8D}" destId="{052EF2B2-70C1-45C3-BA07-4AC3C91F30B6}" srcOrd="0" destOrd="1" presId="urn:microsoft.com/office/officeart/2005/8/layout/vList2"/>
    <dgm:cxn modelId="{C7144BB6-F83B-410F-9A2E-C7AA03512179}" type="presOf" srcId="{9C499C1B-DAD1-4209-BFD3-89FAD82A2084}" destId="{052EF2B2-70C1-45C3-BA07-4AC3C91F30B6}" srcOrd="0" destOrd="0" presId="urn:microsoft.com/office/officeart/2005/8/layout/vList2"/>
    <dgm:cxn modelId="{42E7785A-0600-4551-A1E8-795EB0ECA1B3}" type="presOf" srcId="{ECA2FD51-7FE8-4BE0-8433-46CBDF243CD8}" destId="{3C4DDB0E-5C02-4E48-AA2E-447B80E40FAA}" srcOrd="0" destOrd="0" presId="urn:microsoft.com/office/officeart/2005/8/layout/vList2"/>
    <dgm:cxn modelId="{851D56A2-6D89-41C5-B80C-0614690EA824}" srcId="{C2AE18A3-D8E7-4693-A3F1-E969700486B0}" destId="{ECA2FD51-7FE8-4BE0-8433-46CBDF243CD8}" srcOrd="0" destOrd="0" parTransId="{43D4BC2F-A3A5-4348-AE8C-94EF1C42E46B}" sibTransId="{72FAA14F-6BC2-422E-B31A-B2458F099BD5}"/>
    <dgm:cxn modelId="{B463D1CC-25EC-4802-A418-2384BB7A7B3F}" type="presOf" srcId="{C2AE18A3-D8E7-4693-A3F1-E969700486B0}" destId="{7521AF4A-7679-4133-8F3F-F3FD97575953}" srcOrd="0" destOrd="0" presId="urn:microsoft.com/office/officeart/2005/8/layout/vList2"/>
    <dgm:cxn modelId="{16322FEC-9196-40CD-83BE-F20DDD7286E5}" srcId="{5A25F9B1-8013-40E6-B86C-8B1A27EC78F7}" destId="{9C499C1B-DAD1-4209-BFD3-89FAD82A2084}" srcOrd="0" destOrd="0" parTransId="{805E9FE4-5432-4349-BFC6-C44D90F87C0A}" sibTransId="{E8FAC1AF-2451-4EC8-A9EB-D0074395AD68}"/>
    <dgm:cxn modelId="{05496099-5F53-47F2-9820-AFEAA2D10A0B}" type="presOf" srcId="{AE5B3D69-0D96-494F-972E-1AC21853FF82}" destId="{ABC5B83D-D6FF-487C-AC9C-F8D1111BC9FD}" srcOrd="0" destOrd="0" presId="urn:microsoft.com/office/officeart/2005/8/layout/vList2"/>
    <dgm:cxn modelId="{23F15F6B-EE78-44AB-99EC-9D526C41A2B0}" type="presOf" srcId="{2EFCE5A3-8204-4F15-A26E-9646CEF742CC}" destId="{A1C23D69-43A7-4CDE-85A3-06C349E7E1C0}" srcOrd="0" destOrd="0" presId="urn:microsoft.com/office/officeart/2005/8/layout/vList2"/>
    <dgm:cxn modelId="{64CDAAAC-3FE5-4B14-93A4-8DF85D4F10C3}" type="presParOf" srcId="{7521AF4A-7679-4133-8F3F-F3FD97575953}" destId="{3C4DDB0E-5C02-4E48-AA2E-447B80E40FAA}" srcOrd="0" destOrd="0" presId="urn:microsoft.com/office/officeart/2005/8/layout/vList2"/>
    <dgm:cxn modelId="{0AC7C096-6A1D-46BC-A631-730419C79C1E}" type="presParOf" srcId="{7521AF4A-7679-4133-8F3F-F3FD97575953}" destId="{A1C23D69-43A7-4CDE-85A3-06C349E7E1C0}" srcOrd="1" destOrd="0" presId="urn:microsoft.com/office/officeart/2005/8/layout/vList2"/>
    <dgm:cxn modelId="{E9CDDBA7-E94E-4EBA-B6D5-A5F445356523}" type="presParOf" srcId="{7521AF4A-7679-4133-8F3F-F3FD97575953}" destId="{109DB9B2-1B7B-45F8-B78F-39A761CE5935}" srcOrd="2" destOrd="0" presId="urn:microsoft.com/office/officeart/2005/8/layout/vList2"/>
    <dgm:cxn modelId="{253741E5-5A55-46F7-8347-BEA0E4EF0D7A}" type="presParOf" srcId="{7521AF4A-7679-4133-8F3F-F3FD97575953}" destId="{052EF2B2-70C1-45C3-BA07-4AC3C91F30B6}" srcOrd="3" destOrd="0" presId="urn:microsoft.com/office/officeart/2005/8/layout/vList2"/>
    <dgm:cxn modelId="{6D246A07-9DBE-46D1-A0B5-B66994697AEA}" type="presParOf" srcId="{7521AF4A-7679-4133-8F3F-F3FD97575953}" destId="{ABC5B83D-D6FF-487C-AC9C-F8D1111BC9FD}" srcOrd="4" destOrd="0" presId="urn:microsoft.com/office/officeart/2005/8/layout/vList2"/>
    <dgm:cxn modelId="{CB0886FC-336E-4EFE-AB6E-029570B3A3B7}" type="presParOf" srcId="{7521AF4A-7679-4133-8F3F-F3FD97575953}" destId="{8A7A4706-C02B-42A5-B2D9-57E5AA16EA9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3C6FD6-52D5-4F66-9384-671E33A01DD7}" type="doc">
      <dgm:prSet loTypeId="urn:diagrams.loki3.com/BracketLis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1EE7F45B-2319-4DF9-BFF1-0E498C8ADC75}">
      <dgm:prSet phldrT="[Text]"/>
      <dgm:spPr/>
      <dgm:t>
        <a:bodyPr/>
        <a:lstStyle/>
        <a:p>
          <a:r>
            <a:rPr lang="en-US" b="1" dirty="0" err="1" smtClean="0"/>
            <a:t>Metode</a:t>
          </a:r>
          <a:endParaRPr lang="en-US" dirty="0"/>
        </a:p>
      </dgm:t>
    </dgm:pt>
    <dgm:pt modelId="{91F5DD3A-F855-48B4-8B39-40A23C8AAE24}" type="parTrans" cxnId="{8D6AB400-FC29-4022-9FD9-CF1496B765E8}">
      <dgm:prSet/>
      <dgm:spPr/>
      <dgm:t>
        <a:bodyPr/>
        <a:lstStyle/>
        <a:p>
          <a:endParaRPr lang="en-US"/>
        </a:p>
      </dgm:t>
    </dgm:pt>
    <dgm:pt modelId="{A63FCE0A-F402-439D-8801-FA32695F2A55}" type="sibTrans" cxnId="{8D6AB400-FC29-4022-9FD9-CF1496B765E8}">
      <dgm:prSet/>
      <dgm:spPr/>
      <dgm:t>
        <a:bodyPr/>
        <a:lstStyle/>
        <a:p>
          <a:endParaRPr lang="en-US"/>
        </a:p>
      </dgm:t>
    </dgm:pt>
    <dgm:pt modelId="{55DE5DBC-B46B-4D11-A460-2F46750CCBB3}">
      <dgm:prSet phldrT="[Text]"/>
      <dgm:spPr/>
      <dgm:t>
        <a:bodyPr/>
        <a:lstStyle/>
        <a:p>
          <a:r>
            <a:rPr lang="en-US" dirty="0" err="1" smtClean="0"/>
            <a:t>Menerapkan</a:t>
          </a:r>
          <a:r>
            <a:rPr lang="en-US" dirty="0" smtClean="0"/>
            <a:t> </a:t>
          </a:r>
          <a:r>
            <a:rPr lang="en-US" dirty="0" err="1" smtClean="0"/>
            <a:t>algoritma</a:t>
          </a:r>
          <a:r>
            <a:rPr lang="en-US" dirty="0" smtClean="0"/>
            <a:t> </a:t>
          </a:r>
          <a:r>
            <a:rPr lang="en-US" dirty="0" err="1" smtClean="0"/>
            <a:t>tersebut</a:t>
          </a:r>
          <a:r>
            <a:rPr lang="en-US" dirty="0" smtClean="0"/>
            <a:t> </a:t>
          </a:r>
          <a:r>
            <a:rPr lang="en-US" dirty="0" err="1" smtClean="0"/>
            <a:t>ke</a:t>
          </a:r>
          <a:r>
            <a:rPr lang="en-US" dirty="0" smtClean="0"/>
            <a:t> </a:t>
          </a:r>
          <a:r>
            <a:rPr lang="en-US" dirty="0" err="1" smtClean="0"/>
            <a:t>dalam</a:t>
          </a:r>
          <a:r>
            <a:rPr lang="en-US" dirty="0" smtClean="0"/>
            <a:t> </a:t>
          </a:r>
          <a:r>
            <a:rPr lang="en-US" dirty="0" err="1" smtClean="0"/>
            <a:t>sebuah</a:t>
          </a:r>
          <a:r>
            <a:rPr lang="en-US" dirty="0" smtClean="0"/>
            <a:t> program bantu (</a:t>
          </a:r>
          <a:r>
            <a:rPr lang="en-US" i="1" dirty="0" smtClean="0"/>
            <a:t>assistive program</a:t>
          </a:r>
          <a:r>
            <a:rPr lang="en-US" dirty="0" smtClean="0"/>
            <a:t>) </a:t>
          </a:r>
          <a:r>
            <a:rPr lang="en-US" dirty="0" err="1" smtClean="0"/>
            <a:t>untuk</a:t>
          </a:r>
          <a:r>
            <a:rPr lang="en-US" dirty="0" smtClean="0"/>
            <a:t> </a:t>
          </a:r>
          <a:r>
            <a:rPr lang="en-US" dirty="0" err="1" smtClean="0"/>
            <a:t>perpustakaan</a:t>
          </a:r>
          <a:r>
            <a:rPr lang="en-US" dirty="0" smtClean="0"/>
            <a:t>.</a:t>
          </a:r>
          <a:endParaRPr lang="en-US" dirty="0"/>
        </a:p>
      </dgm:t>
    </dgm:pt>
    <dgm:pt modelId="{75FBCFEB-0642-44F0-85D5-498502563944}" type="parTrans" cxnId="{146BC500-76A2-4B12-8B03-E85F1EB8CFCA}">
      <dgm:prSet/>
      <dgm:spPr/>
      <dgm:t>
        <a:bodyPr/>
        <a:lstStyle/>
        <a:p>
          <a:endParaRPr lang="en-US"/>
        </a:p>
      </dgm:t>
    </dgm:pt>
    <dgm:pt modelId="{CA874A3E-A684-47B5-949E-19B383CC8013}" type="sibTrans" cxnId="{146BC500-76A2-4B12-8B03-E85F1EB8CFCA}">
      <dgm:prSet/>
      <dgm:spPr/>
      <dgm:t>
        <a:bodyPr/>
        <a:lstStyle/>
        <a:p>
          <a:endParaRPr lang="en-US"/>
        </a:p>
      </dgm:t>
    </dgm:pt>
    <dgm:pt modelId="{85E5828A-842B-4855-A8C4-34089866B29B}">
      <dgm:prSet phldrT="[Text]"/>
      <dgm:spPr/>
      <dgm:t>
        <a:bodyPr/>
        <a:lstStyle/>
        <a:p>
          <a:r>
            <a:rPr lang="en-US" b="1" dirty="0" err="1" smtClean="0"/>
            <a:t>Objek</a:t>
          </a:r>
          <a:endParaRPr lang="en-US" dirty="0"/>
        </a:p>
      </dgm:t>
    </dgm:pt>
    <dgm:pt modelId="{505C2C19-DC3D-42FB-A157-6C828319C9EE}" type="parTrans" cxnId="{6AEB11F6-8129-407F-AA25-BDEE6FFD1C34}">
      <dgm:prSet/>
      <dgm:spPr/>
      <dgm:t>
        <a:bodyPr/>
        <a:lstStyle/>
        <a:p>
          <a:endParaRPr lang="en-US"/>
        </a:p>
      </dgm:t>
    </dgm:pt>
    <dgm:pt modelId="{F5DBE1B5-ECC3-46C1-A03C-DE07C987B730}" type="sibTrans" cxnId="{6AEB11F6-8129-407F-AA25-BDEE6FFD1C34}">
      <dgm:prSet/>
      <dgm:spPr/>
      <dgm:t>
        <a:bodyPr/>
        <a:lstStyle/>
        <a:p>
          <a:endParaRPr lang="en-US"/>
        </a:p>
      </dgm:t>
    </dgm:pt>
    <dgm:pt modelId="{C0C6BFC8-ACD0-4D73-A16B-20BCF9BF596D}">
      <dgm:prSet phldrT="[Text]"/>
      <dgm:spPr/>
      <dgm:t>
        <a:bodyPr/>
        <a:lstStyle/>
        <a:p>
          <a:r>
            <a:rPr lang="en-US" smtClean="0"/>
            <a:t>Mengklasifikasikan dokumen abstrak Tugas Akhir mahasiswa.</a:t>
          </a:r>
          <a:endParaRPr lang="en-US" dirty="0"/>
        </a:p>
      </dgm:t>
    </dgm:pt>
    <dgm:pt modelId="{4D03B4C5-0B08-4B60-8B6E-7BDE81D29504}" type="parTrans" cxnId="{DF979775-7F41-4F0C-A149-915B1C341500}">
      <dgm:prSet/>
      <dgm:spPr/>
      <dgm:t>
        <a:bodyPr/>
        <a:lstStyle/>
        <a:p>
          <a:endParaRPr lang="en-US"/>
        </a:p>
      </dgm:t>
    </dgm:pt>
    <dgm:pt modelId="{A6434AE3-B477-4EA7-97E3-4BF699A2B3E0}" type="sibTrans" cxnId="{DF979775-7F41-4F0C-A149-915B1C341500}">
      <dgm:prSet/>
      <dgm:spPr/>
      <dgm:t>
        <a:bodyPr/>
        <a:lstStyle/>
        <a:p>
          <a:endParaRPr lang="en-US"/>
        </a:p>
      </dgm:t>
    </dgm:pt>
    <dgm:pt modelId="{10FD33F4-E138-4C97-BB0B-DADF30268D4B}">
      <dgm:prSet phldrT="[Text]"/>
      <dgm:spPr/>
      <dgm:t>
        <a:bodyPr/>
        <a:lstStyle/>
        <a:p>
          <a:r>
            <a:rPr lang="en-US" b="1" smtClean="0"/>
            <a:t>Implementasi</a:t>
          </a:r>
          <a:endParaRPr lang="en-US" dirty="0"/>
        </a:p>
      </dgm:t>
    </dgm:pt>
    <dgm:pt modelId="{789A3888-41CF-47F2-A84D-7A67F65FF7C1}" type="parTrans" cxnId="{553D104B-47F6-471B-A687-C2D7D28C3D1E}">
      <dgm:prSet/>
      <dgm:spPr/>
      <dgm:t>
        <a:bodyPr/>
        <a:lstStyle/>
        <a:p>
          <a:endParaRPr lang="en-US"/>
        </a:p>
      </dgm:t>
    </dgm:pt>
    <dgm:pt modelId="{EACE69F3-9E64-4EF0-8163-39ADC5C0188C}" type="sibTrans" cxnId="{553D104B-47F6-471B-A687-C2D7D28C3D1E}">
      <dgm:prSet/>
      <dgm:spPr/>
      <dgm:t>
        <a:bodyPr/>
        <a:lstStyle/>
        <a:p>
          <a:endParaRPr lang="en-US"/>
        </a:p>
      </dgm:t>
    </dgm:pt>
    <dgm:pt modelId="{71670F74-2F19-4030-9E76-C97EEB0D7614}">
      <dgm:prSet phldrT="[Text]"/>
      <dgm:spPr/>
      <dgm:t>
        <a:bodyPr/>
        <a:lstStyle/>
        <a:p>
          <a:r>
            <a:rPr lang="en-US" dirty="0" smtClean="0"/>
            <a:t>Mendapatkan </a:t>
          </a:r>
          <a:r>
            <a:rPr lang="en-US" dirty="0" err="1" smtClean="0"/>
            <a:t>akurasi</a:t>
          </a:r>
          <a:r>
            <a:rPr lang="en-US" dirty="0" smtClean="0"/>
            <a:t> </a:t>
          </a:r>
          <a:r>
            <a:rPr lang="en-US" dirty="0" err="1" smtClean="0"/>
            <a:t>klasifikasi</a:t>
          </a:r>
          <a:r>
            <a:rPr lang="en-US" dirty="0" smtClean="0"/>
            <a:t> yang </a:t>
          </a:r>
          <a:r>
            <a:rPr lang="en-US" dirty="0" err="1" smtClean="0"/>
            <a:t>baik</a:t>
          </a:r>
          <a:r>
            <a:rPr lang="en-US" dirty="0" smtClean="0"/>
            <a:t> </a:t>
          </a:r>
          <a:r>
            <a:rPr lang="en-US" dirty="0" err="1" smtClean="0"/>
            <a:t>menggunakan</a:t>
          </a:r>
          <a:r>
            <a:rPr lang="en-US" dirty="0" smtClean="0"/>
            <a:t> </a:t>
          </a:r>
          <a:r>
            <a:rPr lang="en-US" dirty="0" err="1" smtClean="0"/>
            <a:t>algoritma</a:t>
          </a:r>
          <a:r>
            <a:rPr lang="en-US" dirty="0" smtClean="0"/>
            <a:t> </a:t>
          </a:r>
          <a:r>
            <a:rPr lang="en-US" i="1" dirty="0" smtClean="0"/>
            <a:t>K-Nearest Neighbor</a:t>
          </a:r>
          <a:r>
            <a:rPr lang="en-US" dirty="0" smtClean="0"/>
            <a:t> (KNN)</a:t>
          </a:r>
          <a:endParaRPr lang="en-US" dirty="0"/>
        </a:p>
      </dgm:t>
    </dgm:pt>
    <dgm:pt modelId="{8F63B769-69EA-42EA-9AB6-0E7120C80259}" type="parTrans" cxnId="{E4070FDE-E483-4FE6-ACED-4B9C5AB4EE40}">
      <dgm:prSet/>
      <dgm:spPr/>
      <dgm:t>
        <a:bodyPr/>
        <a:lstStyle/>
        <a:p>
          <a:endParaRPr lang="en-US"/>
        </a:p>
      </dgm:t>
    </dgm:pt>
    <dgm:pt modelId="{25D4AC41-7E41-4B7A-A2D3-19DC35EF23CB}" type="sibTrans" cxnId="{E4070FDE-E483-4FE6-ACED-4B9C5AB4EE40}">
      <dgm:prSet/>
      <dgm:spPr/>
      <dgm:t>
        <a:bodyPr/>
        <a:lstStyle/>
        <a:p>
          <a:endParaRPr lang="en-US"/>
        </a:p>
      </dgm:t>
    </dgm:pt>
    <dgm:pt modelId="{B02ED756-B114-4122-AFFA-507DAC818F89}" type="pres">
      <dgm:prSet presAssocID="{2D3C6FD6-52D5-4F66-9384-671E33A01DD7}" presName="Name0" presStyleCnt="0">
        <dgm:presLayoutVars>
          <dgm:dir/>
          <dgm:animLvl val="lvl"/>
          <dgm:resizeHandles val="exact"/>
        </dgm:presLayoutVars>
      </dgm:prSet>
      <dgm:spPr/>
    </dgm:pt>
    <dgm:pt modelId="{6227570D-5313-4E7B-83FE-0048578DD2BF}" type="pres">
      <dgm:prSet presAssocID="{1EE7F45B-2319-4DF9-BFF1-0E498C8ADC75}" presName="linNode" presStyleCnt="0"/>
      <dgm:spPr/>
    </dgm:pt>
    <dgm:pt modelId="{332261F9-32BD-4B71-B93A-E56A28B7A2AE}" type="pres">
      <dgm:prSet presAssocID="{1EE7F45B-2319-4DF9-BFF1-0E498C8ADC75}" presName="parTx" presStyleLbl="revTx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4643F7-B728-4FAC-BF6E-EDE6267C4BC8}" type="pres">
      <dgm:prSet presAssocID="{1EE7F45B-2319-4DF9-BFF1-0E498C8ADC75}" presName="bracket" presStyleLbl="parChTrans1D1" presStyleIdx="0" presStyleCnt="3"/>
      <dgm:spPr/>
    </dgm:pt>
    <dgm:pt modelId="{2C1AAD85-62AF-474B-8F23-7CC029F990B3}" type="pres">
      <dgm:prSet presAssocID="{1EE7F45B-2319-4DF9-BFF1-0E498C8ADC75}" presName="spH" presStyleCnt="0"/>
      <dgm:spPr/>
    </dgm:pt>
    <dgm:pt modelId="{870399C7-9E2A-4F1A-910C-637DB0CB5A29}" type="pres">
      <dgm:prSet presAssocID="{1EE7F45B-2319-4DF9-BFF1-0E498C8ADC75}" presName="des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0F710B-2FED-40E2-B5D7-B20D56A320F5}" type="pres">
      <dgm:prSet presAssocID="{A63FCE0A-F402-439D-8801-FA32695F2A55}" presName="spV" presStyleCnt="0"/>
      <dgm:spPr/>
    </dgm:pt>
    <dgm:pt modelId="{44146A60-119D-4D2E-BAD9-551B2536509A}" type="pres">
      <dgm:prSet presAssocID="{10FD33F4-E138-4C97-BB0B-DADF30268D4B}" presName="linNode" presStyleCnt="0"/>
      <dgm:spPr/>
    </dgm:pt>
    <dgm:pt modelId="{312483AC-2623-42B9-A777-9C37E9C1B562}" type="pres">
      <dgm:prSet presAssocID="{10FD33F4-E138-4C97-BB0B-DADF30268D4B}" presName="parTx" presStyleLbl="revTx" presStyleIdx="1" presStyleCnt="3">
        <dgm:presLayoutVars>
          <dgm:chMax val="1"/>
          <dgm:bulletEnabled val="1"/>
        </dgm:presLayoutVars>
      </dgm:prSet>
      <dgm:spPr/>
    </dgm:pt>
    <dgm:pt modelId="{1F57ABA7-81AD-44D4-B362-17318FEEF168}" type="pres">
      <dgm:prSet presAssocID="{10FD33F4-E138-4C97-BB0B-DADF30268D4B}" presName="bracket" presStyleLbl="parChTrans1D1" presStyleIdx="1" presStyleCnt="3"/>
      <dgm:spPr/>
    </dgm:pt>
    <dgm:pt modelId="{BD7B9E3F-4427-4491-AB66-1CF121F0DE13}" type="pres">
      <dgm:prSet presAssocID="{10FD33F4-E138-4C97-BB0B-DADF30268D4B}" presName="spH" presStyleCnt="0"/>
      <dgm:spPr/>
    </dgm:pt>
    <dgm:pt modelId="{C2A23A7E-8CA2-4638-914F-BBF911488F4C}" type="pres">
      <dgm:prSet presAssocID="{10FD33F4-E138-4C97-BB0B-DADF30268D4B}" presName="desTx" presStyleLbl="node1" presStyleIdx="1" presStyleCnt="3">
        <dgm:presLayoutVars>
          <dgm:bulletEnabled val="1"/>
        </dgm:presLayoutVars>
      </dgm:prSet>
      <dgm:spPr/>
    </dgm:pt>
    <dgm:pt modelId="{61862B74-CAB4-4898-AD0C-FB5919198CCF}" type="pres">
      <dgm:prSet presAssocID="{EACE69F3-9E64-4EF0-8163-39ADC5C0188C}" presName="spV" presStyleCnt="0"/>
      <dgm:spPr/>
    </dgm:pt>
    <dgm:pt modelId="{82D5B326-62C0-4771-85C0-318AF68C0CD1}" type="pres">
      <dgm:prSet presAssocID="{85E5828A-842B-4855-A8C4-34089866B29B}" presName="linNode" presStyleCnt="0"/>
      <dgm:spPr/>
    </dgm:pt>
    <dgm:pt modelId="{F79AB450-6727-497B-A85F-BA963039E0FD}" type="pres">
      <dgm:prSet presAssocID="{85E5828A-842B-4855-A8C4-34089866B29B}" presName="parTx" presStyleLbl="revTx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03B33F-B63E-400D-938C-A09D056D9C3E}" type="pres">
      <dgm:prSet presAssocID="{85E5828A-842B-4855-A8C4-34089866B29B}" presName="bracket" presStyleLbl="parChTrans1D1" presStyleIdx="2" presStyleCnt="3"/>
      <dgm:spPr/>
    </dgm:pt>
    <dgm:pt modelId="{3831D637-E11F-4EA8-99FA-E89C91E877B6}" type="pres">
      <dgm:prSet presAssocID="{85E5828A-842B-4855-A8C4-34089866B29B}" presName="spH" presStyleCnt="0"/>
      <dgm:spPr/>
    </dgm:pt>
    <dgm:pt modelId="{B6227CF8-488C-46B5-8E7F-E3E8823D4E7A}" type="pres">
      <dgm:prSet presAssocID="{85E5828A-842B-4855-A8C4-34089866B29B}" presName="desTx" presStyleLbl="node1" presStyleIdx="2" presStyleCnt="3">
        <dgm:presLayoutVars>
          <dgm:bulletEnabled val="1"/>
        </dgm:presLayoutVars>
      </dgm:prSet>
      <dgm:spPr/>
    </dgm:pt>
  </dgm:ptLst>
  <dgm:cxnLst>
    <dgm:cxn modelId="{9B855C4B-3360-48EC-B942-7C043D2BB592}" type="presOf" srcId="{2D3C6FD6-52D5-4F66-9384-671E33A01DD7}" destId="{B02ED756-B114-4122-AFFA-507DAC818F89}" srcOrd="0" destOrd="0" presId="urn:diagrams.loki3.com/BracketList"/>
    <dgm:cxn modelId="{146BC500-76A2-4B12-8B03-E85F1EB8CFCA}" srcId="{10FD33F4-E138-4C97-BB0B-DADF30268D4B}" destId="{55DE5DBC-B46B-4D11-A460-2F46750CCBB3}" srcOrd="0" destOrd="0" parTransId="{75FBCFEB-0642-44F0-85D5-498502563944}" sibTransId="{CA874A3E-A684-47B5-949E-19B383CC8013}"/>
    <dgm:cxn modelId="{6AEB11F6-8129-407F-AA25-BDEE6FFD1C34}" srcId="{2D3C6FD6-52D5-4F66-9384-671E33A01DD7}" destId="{85E5828A-842B-4855-A8C4-34089866B29B}" srcOrd="2" destOrd="0" parTransId="{505C2C19-DC3D-42FB-A157-6C828319C9EE}" sibTransId="{F5DBE1B5-ECC3-46C1-A03C-DE07C987B730}"/>
    <dgm:cxn modelId="{F57EB088-D824-4F47-A01D-249E2F2CF077}" type="presOf" srcId="{55DE5DBC-B46B-4D11-A460-2F46750CCBB3}" destId="{C2A23A7E-8CA2-4638-914F-BBF911488F4C}" srcOrd="0" destOrd="0" presId="urn:diagrams.loki3.com/BracketList"/>
    <dgm:cxn modelId="{2540DC39-D2AA-404E-888B-1BAD920B86C4}" type="presOf" srcId="{85E5828A-842B-4855-A8C4-34089866B29B}" destId="{F79AB450-6727-497B-A85F-BA963039E0FD}" srcOrd="0" destOrd="0" presId="urn:diagrams.loki3.com/BracketList"/>
    <dgm:cxn modelId="{8D6AB400-FC29-4022-9FD9-CF1496B765E8}" srcId="{2D3C6FD6-52D5-4F66-9384-671E33A01DD7}" destId="{1EE7F45B-2319-4DF9-BFF1-0E498C8ADC75}" srcOrd="0" destOrd="0" parTransId="{91F5DD3A-F855-48B4-8B39-40A23C8AAE24}" sibTransId="{A63FCE0A-F402-439D-8801-FA32695F2A55}"/>
    <dgm:cxn modelId="{DF979775-7F41-4F0C-A149-915B1C341500}" srcId="{85E5828A-842B-4855-A8C4-34089866B29B}" destId="{C0C6BFC8-ACD0-4D73-A16B-20BCF9BF596D}" srcOrd="0" destOrd="0" parTransId="{4D03B4C5-0B08-4B60-8B6E-7BDE81D29504}" sibTransId="{A6434AE3-B477-4EA7-97E3-4BF699A2B3E0}"/>
    <dgm:cxn modelId="{68CA1D66-A816-4A6D-8E2B-E5809E31FEB3}" type="presOf" srcId="{10FD33F4-E138-4C97-BB0B-DADF30268D4B}" destId="{312483AC-2623-42B9-A777-9C37E9C1B562}" srcOrd="0" destOrd="0" presId="urn:diagrams.loki3.com/BracketList"/>
    <dgm:cxn modelId="{C1BA209D-86D7-44A2-9C72-90CB8606FEB7}" type="presOf" srcId="{1EE7F45B-2319-4DF9-BFF1-0E498C8ADC75}" destId="{332261F9-32BD-4B71-B93A-E56A28B7A2AE}" srcOrd="0" destOrd="0" presId="urn:diagrams.loki3.com/BracketList"/>
    <dgm:cxn modelId="{E4070FDE-E483-4FE6-ACED-4B9C5AB4EE40}" srcId="{1EE7F45B-2319-4DF9-BFF1-0E498C8ADC75}" destId="{71670F74-2F19-4030-9E76-C97EEB0D7614}" srcOrd="0" destOrd="0" parTransId="{8F63B769-69EA-42EA-9AB6-0E7120C80259}" sibTransId="{25D4AC41-7E41-4B7A-A2D3-19DC35EF23CB}"/>
    <dgm:cxn modelId="{8B967AE4-6B95-487C-AF6B-02805E3C8018}" type="presOf" srcId="{C0C6BFC8-ACD0-4D73-A16B-20BCF9BF596D}" destId="{B6227CF8-488C-46B5-8E7F-E3E8823D4E7A}" srcOrd="0" destOrd="0" presId="urn:diagrams.loki3.com/BracketList"/>
    <dgm:cxn modelId="{553D104B-47F6-471B-A687-C2D7D28C3D1E}" srcId="{2D3C6FD6-52D5-4F66-9384-671E33A01DD7}" destId="{10FD33F4-E138-4C97-BB0B-DADF30268D4B}" srcOrd="1" destOrd="0" parTransId="{789A3888-41CF-47F2-A84D-7A67F65FF7C1}" sibTransId="{EACE69F3-9E64-4EF0-8163-39ADC5C0188C}"/>
    <dgm:cxn modelId="{FCDDDB3B-F04E-4E91-908D-74A30642EC92}" type="presOf" srcId="{71670F74-2F19-4030-9E76-C97EEB0D7614}" destId="{870399C7-9E2A-4F1A-910C-637DB0CB5A29}" srcOrd="0" destOrd="0" presId="urn:diagrams.loki3.com/BracketList"/>
    <dgm:cxn modelId="{5041631C-2E49-4483-A0C7-CFAD14DC5BA7}" type="presParOf" srcId="{B02ED756-B114-4122-AFFA-507DAC818F89}" destId="{6227570D-5313-4E7B-83FE-0048578DD2BF}" srcOrd="0" destOrd="0" presId="urn:diagrams.loki3.com/BracketList"/>
    <dgm:cxn modelId="{EE899D08-5739-4D7F-9032-C755FB690CE5}" type="presParOf" srcId="{6227570D-5313-4E7B-83FE-0048578DD2BF}" destId="{332261F9-32BD-4B71-B93A-E56A28B7A2AE}" srcOrd="0" destOrd="0" presId="urn:diagrams.loki3.com/BracketList"/>
    <dgm:cxn modelId="{1D7D3256-DB1C-4B2F-B37D-DFAECD3049DD}" type="presParOf" srcId="{6227570D-5313-4E7B-83FE-0048578DD2BF}" destId="{CA4643F7-B728-4FAC-BF6E-EDE6267C4BC8}" srcOrd="1" destOrd="0" presId="urn:diagrams.loki3.com/BracketList"/>
    <dgm:cxn modelId="{FBE05760-FBBB-45F5-B859-EFE3D702E388}" type="presParOf" srcId="{6227570D-5313-4E7B-83FE-0048578DD2BF}" destId="{2C1AAD85-62AF-474B-8F23-7CC029F990B3}" srcOrd="2" destOrd="0" presId="urn:diagrams.loki3.com/BracketList"/>
    <dgm:cxn modelId="{2010F9CB-D42A-4FBE-B703-7B6486047FF1}" type="presParOf" srcId="{6227570D-5313-4E7B-83FE-0048578DD2BF}" destId="{870399C7-9E2A-4F1A-910C-637DB0CB5A29}" srcOrd="3" destOrd="0" presId="urn:diagrams.loki3.com/BracketList"/>
    <dgm:cxn modelId="{445AF203-7698-425B-903E-F31E6B76FB20}" type="presParOf" srcId="{B02ED756-B114-4122-AFFA-507DAC818F89}" destId="{1D0F710B-2FED-40E2-B5D7-B20D56A320F5}" srcOrd="1" destOrd="0" presId="urn:diagrams.loki3.com/BracketList"/>
    <dgm:cxn modelId="{E9852D86-5C47-483D-BB2A-79EE17697074}" type="presParOf" srcId="{B02ED756-B114-4122-AFFA-507DAC818F89}" destId="{44146A60-119D-4D2E-BAD9-551B2536509A}" srcOrd="2" destOrd="0" presId="urn:diagrams.loki3.com/BracketList"/>
    <dgm:cxn modelId="{2E22E152-2E06-4C74-B5CB-A02B5FEA41C2}" type="presParOf" srcId="{44146A60-119D-4D2E-BAD9-551B2536509A}" destId="{312483AC-2623-42B9-A777-9C37E9C1B562}" srcOrd="0" destOrd="0" presId="urn:diagrams.loki3.com/BracketList"/>
    <dgm:cxn modelId="{4B891E1E-3120-4992-A72C-F8DF73863A35}" type="presParOf" srcId="{44146A60-119D-4D2E-BAD9-551B2536509A}" destId="{1F57ABA7-81AD-44D4-B362-17318FEEF168}" srcOrd="1" destOrd="0" presId="urn:diagrams.loki3.com/BracketList"/>
    <dgm:cxn modelId="{0CBCAC85-40D7-45DA-9451-66E75E9DE855}" type="presParOf" srcId="{44146A60-119D-4D2E-BAD9-551B2536509A}" destId="{BD7B9E3F-4427-4491-AB66-1CF121F0DE13}" srcOrd="2" destOrd="0" presId="urn:diagrams.loki3.com/BracketList"/>
    <dgm:cxn modelId="{65505410-1340-4147-B8E8-7DDC049F678E}" type="presParOf" srcId="{44146A60-119D-4D2E-BAD9-551B2536509A}" destId="{C2A23A7E-8CA2-4638-914F-BBF911488F4C}" srcOrd="3" destOrd="0" presId="urn:diagrams.loki3.com/BracketList"/>
    <dgm:cxn modelId="{5AF96F29-B2B1-4A65-8C4D-04AB6F255968}" type="presParOf" srcId="{B02ED756-B114-4122-AFFA-507DAC818F89}" destId="{61862B74-CAB4-4898-AD0C-FB5919198CCF}" srcOrd="3" destOrd="0" presId="urn:diagrams.loki3.com/BracketList"/>
    <dgm:cxn modelId="{715709C9-00D2-44AC-9F26-0FFCA41A88D8}" type="presParOf" srcId="{B02ED756-B114-4122-AFFA-507DAC818F89}" destId="{82D5B326-62C0-4771-85C0-318AF68C0CD1}" srcOrd="4" destOrd="0" presId="urn:diagrams.loki3.com/BracketList"/>
    <dgm:cxn modelId="{A6C756B0-8647-48B1-A561-59DAF15F8E9E}" type="presParOf" srcId="{82D5B326-62C0-4771-85C0-318AF68C0CD1}" destId="{F79AB450-6727-497B-A85F-BA963039E0FD}" srcOrd="0" destOrd="0" presId="urn:diagrams.loki3.com/BracketList"/>
    <dgm:cxn modelId="{05CA0072-7379-4A98-A5F9-BA7E498C36F5}" type="presParOf" srcId="{82D5B326-62C0-4771-85C0-318AF68C0CD1}" destId="{2B03B33F-B63E-400D-938C-A09D056D9C3E}" srcOrd="1" destOrd="0" presId="urn:diagrams.loki3.com/BracketList"/>
    <dgm:cxn modelId="{E6D859E6-7218-40B8-BB37-AA0724B934DC}" type="presParOf" srcId="{82D5B326-62C0-4771-85C0-318AF68C0CD1}" destId="{3831D637-E11F-4EA8-99FA-E89C91E877B6}" srcOrd="2" destOrd="0" presId="urn:diagrams.loki3.com/BracketList"/>
    <dgm:cxn modelId="{D0BC9BCD-9B39-4EA2-9AFB-F968A56F0702}" type="presParOf" srcId="{82D5B326-62C0-4771-85C0-318AF68C0CD1}" destId="{B6227CF8-488C-46B5-8E7F-E3E8823D4E7A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BF2567-8450-423E-BA30-2E3D64F5B205}" type="doc">
      <dgm:prSet loTypeId="urn:microsoft.com/office/officeart/2005/8/layout/process1" loCatId="process" qsTypeId="urn:microsoft.com/office/officeart/2005/8/quickstyle/simple4" qsCatId="simple" csTypeId="urn:microsoft.com/office/officeart/2005/8/colors/colorful4" csCatId="colorful" phldr="1"/>
      <dgm:spPr/>
    </dgm:pt>
    <dgm:pt modelId="{C0B1D04C-FB9F-442E-B9C1-6474D399A700}">
      <dgm:prSet phldrT="[Text]"/>
      <dgm:spPr/>
      <dgm:t>
        <a:bodyPr/>
        <a:lstStyle/>
        <a:p>
          <a:r>
            <a:rPr lang="en-US" b="1" dirty="0" smtClean="0"/>
            <a:t>Tokenizing</a:t>
          </a:r>
          <a:endParaRPr lang="en-US" b="1" dirty="0"/>
        </a:p>
      </dgm:t>
    </dgm:pt>
    <dgm:pt modelId="{28B622CB-388F-4FFB-80E4-82151251C0EF}" type="parTrans" cxnId="{4380834F-7695-499C-8B55-66CAD8903C71}">
      <dgm:prSet/>
      <dgm:spPr/>
      <dgm:t>
        <a:bodyPr/>
        <a:lstStyle/>
        <a:p>
          <a:endParaRPr lang="en-US"/>
        </a:p>
      </dgm:t>
    </dgm:pt>
    <dgm:pt modelId="{3A3282A3-5676-4C31-8B36-2FA5E4CD0F8A}" type="sibTrans" cxnId="{4380834F-7695-499C-8B55-66CAD8903C71}">
      <dgm:prSet/>
      <dgm:spPr/>
      <dgm:t>
        <a:bodyPr/>
        <a:lstStyle/>
        <a:p>
          <a:endParaRPr lang="en-US"/>
        </a:p>
      </dgm:t>
    </dgm:pt>
    <dgm:pt modelId="{D567847B-09A9-45D6-88E7-89FD85A4AC01}">
      <dgm:prSet phldrT="[Text]"/>
      <dgm:spPr/>
      <dgm:t>
        <a:bodyPr/>
        <a:lstStyle/>
        <a:p>
          <a:r>
            <a:rPr lang="en-US" b="1" dirty="0" err="1" smtClean="0"/>
            <a:t>Stopword</a:t>
          </a:r>
          <a:r>
            <a:rPr lang="en-US" b="1" dirty="0" smtClean="0"/>
            <a:t> removal</a:t>
          </a:r>
          <a:endParaRPr lang="en-US" b="1" dirty="0"/>
        </a:p>
      </dgm:t>
    </dgm:pt>
    <dgm:pt modelId="{D3507E26-9FF0-4E4E-8108-1071AE8CA34D}" type="parTrans" cxnId="{A09349D2-8662-48B8-8A67-A1A57D3F658F}">
      <dgm:prSet/>
      <dgm:spPr/>
      <dgm:t>
        <a:bodyPr/>
        <a:lstStyle/>
        <a:p>
          <a:endParaRPr lang="en-US"/>
        </a:p>
      </dgm:t>
    </dgm:pt>
    <dgm:pt modelId="{06885335-A11E-4FF3-86C8-804D77A092FF}" type="sibTrans" cxnId="{A09349D2-8662-48B8-8A67-A1A57D3F658F}">
      <dgm:prSet/>
      <dgm:spPr/>
      <dgm:t>
        <a:bodyPr/>
        <a:lstStyle/>
        <a:p>
          <a:endParaRPr lang="en-US"/>
        </a:p>
      </dgm:t>
    </dgm:pt>
    <dgm:pt modelId="{F2FDD5EE-81D5-4158-81E8-6DACF2DFB075}">
      <dgm:prSet phldrT="[Text]"/>
      <dgm:spPr/>
      <dgm:t>
        <a:bodyPr/>
        <a:lstStyle/>
        <a:p>
          <a:r>
            <a:rPr lang="en-US" b="1" dirty="0" err="1" smtClean="0"/>
            <a:t>Steming</a:t>
          </a:r>
          <a:endParaRPr lang="en-US" b="1" dirty="0"/>
        </a:p>
      </dgm:t>
    </dgm:pt>
    <dgm:pt modelId="{6434D2F9-680B-4BD5-B94A-D85259CC4C41}" type="parTrans" cxnId="{C100983C-33D6-46A0-AE43-98C794965C60}">
      <dgm:prSet/>
      <dgm:spPr/>
      <dgm:t>
        <a:bodyPr/>
        <a:lstStyle/>
        <a:p>
          <a:endParaRPr lang="en-US"/>
        </a:p>
      </dgm:t>
    </dgm:pt>
    <dgm:pt modelId="{578280D7-A390-4CD8-B0A6-C503EB05FFE6}" type="sibTrans" cxnId="{C100983C-33D6-46A0-AE43-98C794965C60}">
      <dgm:prSet/>
      <dgm:spPr/>
      <dgm:t>
        <a:bodyPr/>
        <a:lstStyle/>
        <a:p>
          <a:endParaRPr lang="en-US"/>
        </a:p>
      </dgm:t>
    </dgm:pt>
    <dgm:pt modelId="{3A1E1C43-BF62-496E-A554-5FEEC8A98396}" type="pres">
      <dgm:prSet presAssocID="{41BF2567-8450-423E-BA30-2E3D64F5B205}" presName="Name0" presStyleCnt="0">
        <dgm:presLayoutVars>
          <dgm:dir/>
          <dgm:resizeHandles val="exact"/>
        </dgm:presLayoutVars>
      </dgm:prSet>
      <dgm:spPr/>
    </dgm:pt>
    <dgm:pt modelId="{5F85AAF0-427A-4AFF-9592-650987D29A05}" type="pres">
      <dgm:prSet presAssocID="{C0B1D04C-FB9F-442E-B9C1-6474D399A700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11DD17-5A65-48C5-BEE0-299BD3B1C656}" type="pres">
      <dgm:prSet presAssocID="{3A3282A3-5676-4C31-8B36-2FA5E4CD0F8A}" presName="sibTrans" presStyleLbl="sibTrans2D1" presStyleIdx="0" presStyleCnt="2"/>
      <dgm:spPr/>
    </dgm:pt>
    <dgm:pt modelId="{A928F6C7-2232-4CD9-9403-5E948E023C5A}" type="pres">
      <dgm:prSet presAssocID="{3A3282A3-5676-4C31-8B36-2FA5E4CD0F8A}" presName="connectorText" presStyleLbl="sibTrans2D1" presStyleIdx="0" presStyleCnt="2"/>
      <dgm:spPr/>
    </dgm:pt>
    <dgm:pt modelId="{F2AC4F7C-E7B2-4D06-95B0-9A45130E897A}" type="pres">
      <dgm:prSet presAssocID="{D567847B-09A9-45D6-88E7-89FD85A4AC0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E005BF-846F-42AC-9D72-B333C0B9AC71}" type="pres">
      <dgm:prSet presAssocID="{06885335-A11E-4FF3-86C8-804D77A092FF}" presName="sibTrans" presStyleLbl="sibTrans2D1" presStyleIdx="1" presStyleCnt="2"/>
      <dgm:spPr/>
    </dgm:pt>
    <dgm:pt modelId="{18552865-7369-455B-80D0-6EF004D4024E}" type="pres">
      <dgm:prSet presAssocID="{06885335-A11E-4FF3-86C8-804D77A092FF}" presName="connectorText" presStyleLbl="sibTrans2D1" presStyleIdx="1" presStyleCnt="2"/>
      <dgm:spPr/>
    </dgm:pt>
    <dgm:pt modelId="{855C2265-6DA4-464F-84C5-4AEF30143C52}" type="pres">
      <dgm:prSet presAssocID="{F2FDD5EE-81D5-4158-81E8-6DACF2DFB075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48BB4CC-7ABD-4488-92E8-F442F324BBFC}" type="presOf" srcId="{3A3282A3-5676-4C31-8B36-2FA5E4CD0F8A}" destId="{A928F6C7-2232-4CD9-9403-5E948E023C5A}" srcOrd="1" destOrd="0" presId="urn:microsoft.com/office/officeart/2005/8/layout/process1"/>
    <dgm:cxn modelId="{C926E86C-62AC-4880-BDC4-962FB1DF71F3}" type="presOf" srcId="{D567847B-09A9-45D6-88E7-89FD85A4AC01}" destId="{F2AC4F7C-E7B2-4D06-95B0-9A45130E897A}" srcOrd="0" destOrd="0" presId="urn:microsoft.com/office/officeart/2005/8/layout/process1"/>
    <dgm:cxn modelId="{EF7E0A64-FB24-4E67-BC6C-4E5CF212FB33}" type="presOf" srcId="{06885335-A11E-4FF3-86C8-804D77A092FF}" destId="{18552865-7369-455B-80D0-6EF004D4024E}" srcOrd="1" destOrd="0" presId="urn:microsoft.com/office/officeart/2005/8/layout/process1"/>
    <dgm:cxn modelId="{84FC3148-1CFA-4A2F-828B-86D23A0EB9F1}" type="presOf" srcId="{3A3282A3-5676-4C31-8B36-2FA5E4CD0F8A}" destId="{A311DD17-5A65-48C5-BEE0-299BD3B1C656}" srcOrd="0" destOrd="0" presId="urn:microsoft.com/office/officeart/2005/8/layout/process1"/>
    <dgm:cxn modelId="{F857E6E9-B7C0-4275-B51B-6C1183B2DAFB}" type="presOf" srcId="{F2FDD5EE-81D5-4158-81E8-6DACF2DFB075}" destId="{855C2265-6DA4-464F-84C5-4AEF30143C52}" srcOrd="0" destOrd="0" presId="urn:microsoft.com/office/officeart/2005/8/layout/process1"/>
    <dgm:cxn modelId="{4380834F-7695-499C-8B55-66CAD8903C71}" srcId="{41BF2567-8450-423E-BA30-2E3D64F5B205}" destId="{C0B1D04C-FB9F-442E-B9C1-6474D399A700}" srcOrd="0" destOrd="0" parTransId="{28B622CB-388F-4FFB-80E4-82151251C0EF}" sibTransId="{3A3282A3-5676-4C31-8B36-2FA5E4CD0F8A}"/>
    <dgm:cxn modelId="{A09349D2-8662-48B8-8A67-A1A57D3F658F}" srcId="{41BF2567-8450-423E-BA30-2E3D64F5B205}" destId="{D567847B-09A9-45D6-88E7-89FD85A4AC01}" srcOrd="1" destOrd="0" parTransId="{D3507E26-9FF0-4E4E-8108-1071AE8CA34D}" sibTransId="{06885335-A11E-4FF3-86C8-804D77A092FF}"/>
    <dgm:cxn modelId="{00EC2F47-4052-480C-BB41-A890AA93D950}" type="presOf" srcId="{06885335-A11E-4FF3-86C8-804D77A092FF}" destId="{2AE005BF-846F-42AC-9D72-B333C0B9AC71}" srcOrd="0" destOrd="0" presId="urn:microsoft.com/office/officeart/2005/8/layout/process1"/>
    <dgm:cxn modelId="{7773D2E5-D755-4D4B-8D63-65250C061493}" type="presOf" srcId="{41BF2567-8450-423E-BA30-2E3D64F5B205}" destId="{3A1E1C43-BF62-496E-A554-5FEEC8A98396}" srcOrd="0" destOrd="0" presId="urn:microsoft.com/office/officeart/2005/8/layout/process1"/>
    <dgm:cxn modelId="{C96245C3-559B-4EFF-9A0C-1CD071DB3E35}" type="presOf" srcId="{C0B1D04C-FB9F-442E-B9C1-6474D399A700}" destId="{5F85AAF0-427A-4AFF-9592-650987D29A05}" srcOrd="0" destOrd="0" presId="urn:microsoft.com/office/officeart/2005/8/layout/process1"/>
    <dgm:cxn modelId="{C100983C-33D6-46A0-AE43-98C794965C60}" srcId="{41BF2567-8450-423E-BA30-2E3D64F5B205}" destId="{F2FDD5EE-81D5-4158-81E8-6DACF2DFB075}" srcOrd="2" destOrd="0" parTransId="{6434D2F9-680B-4BD5-B94A-D85259CC4C41}" sibTransId="{578280D7-A390-4CD8-B0A6-C503EB05FFE6}"/>
    <dgm:cxn modelId="{59587034-AF91-4F9B-A9F6-082D991D8DFA}" type="presParOf" srcId="{3A1E1C43-BF62-496E-A554-5FEEC8A98396}" destId="{5F85AAF0-427A-4AFF-9592-650987D29A05}" srcOrd="0" destOrd="0" presId="urn:microsoft.com/office/officeart/2005/8/layout/process1"/>
    <dgm:cxn modelId="{BFB03650-7040-47C8-BF52-530B5A39E9FB}" type="presParOf" srcId="{3A1E1C43-BF62-496E-A554-5FEEC8A98396}" destId="{A311DD17-5A65-48C5-BEE0-299BD3B1C656}" srcOrd="1" destOrd="0" presId="urn:microsoft.com/office/officeart/2005/8/layout/process1"/>
    <dgm:cxn modelId="{8BD11BD7-273E-4CE0-B9F0-86D0237023DA}" type="presParOf" srcId="{A311DD17-5A65-48C5-BEE0-299BD3B1C656}" destId="{A928F6C7-2232-4CD9-9403-5E948E023C5A}" srcOrd="0" destOrd="0" presId="urn:microsoft.com/office/officeart/2005/8/layout/process1"/>
    <dgm:cxn modelId="{60DF6F31-A812-411C-A8D7-61C8D0FEDC82}" type="presParOf" srcId="{3A1E1C43-BF62-496E-A554-5FEEC8A98396}" destId="{F2AC4F7C-E7B2-4D06-95B0-9A45130E897A}" srcOrd="2" destOrd="0" presId="urn:microsoft.com/office/officeart/2005/8/layout/process1"/>
    <dgm:cxn modelId="{98E90B8B-6E4F-4CF2-ACC2-E0EE52B1D890}" type="presParOf" srcId="{3A1E1C43-BF62-496E-A554-5FEEC8A98396}" destId="{2AE005BF-846F-42AC-9D72-B333C0B9AC71}" srcOrd="3" destOrd="0" presId="urn:microsoft.com/office/officeart/2005/8/layout/process1"/>
    <dgm:cxn modelId="{E6790083-8E7C-4B34-966F-6B349D8E3452}" type="presParOf" srcId="{2AE005BF-846F-42AC-9D72-B333C0B9AC71}" destId="{18552865-7369-455B-80D0-6EF004D4024E}" srcOrd="0" destOrd="0" presId="urn:microsoft.com/office/officeart/2005/8/layout/process1"/>
    <dgm:cxn modelId="{E8B25AD0-829E-4F53-A825-F3C01810EBE3}" type="presParOf" srcId="{3A1E1C43-BF62-496E-A554-5FEEC8A98396}" destId="{855C2265-6DA4-464F-84C5-4AEF30143C5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2BE6E1-F451-46CB-8151-14BB0779527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A698092-8416-4AF1-B205-0F4F6136C86B}">
      <dgm:prSet phldrT="[Text]"/>
      <dgm:spPr/>
      <dgm:t>
        <a:bodyPr/>
        <a:lstStyle/>
        <a:p>
          <a:r>
            <a:rPr lang="en-US" dirty="0" err="1" smtClean="0"/>
            <a:t>Menetapkan</a:t>
          </a:r>
          <a:r>
            <a:rPr lang="en-US" dirty="0" smtClean="0"/>
            <a:t> </a:t>
          </a:r>
          <a:r>
            <a:rPr lang="en-US" dirty="0" err="1" smtClean="0"/>
            <a:t>jumlah</a:t>
          </a:r>
          <a:r>
            <a:rPr lang="en-US" dirty="0" smtClean="0"/>
            <a:t> </a:t>
          </a:r>
          <a:r>
            <a:rPr lang="en-US" dirty="0" err="1" smtClean="0"/>
            <a:t>tetangga</a:t>
          </a:r>
          <a:r>
            <a:rPr lang="en-US" dirty="0" smtClean="0"/>
            <a:t> </a:t>
          </a:r>
          <a:r>
            <a:rPr lang="en-US" dirty="0" err="1" smtClean="0"/>
            <a:t>terdekat</a:t>
          </a:r>
          <a:r>
            <a:rPr lang="en-US" dirty="0" smtClean="0"/>
            <a:t> (K).</a:t>
          </a:r>
          <a:endParaRPr lang="en-US" dirty="0"/>
        </a:p>
      </dgm:t>
    </dgm:pt>
    <dgm:pt modelId="{D457E7DC-274C-492A-9E08-095F455DBA80}" type="parTrans" cxnId="{E50A55EC-8E18-4BDD-8E56-0ECF37BC3A82}">
      <dgm:prSet/>
      <dgm:spPr/>
      <dgm:t>
        <a:bodyPr/>
        <a:lstStyle/>
        <a:p>
          <a:endParaRPr lang="en-US"/>
        </a:p>
      </dgm:t>
    </dgm:pt>
    <dgm:pt modelId="{83CFAA45-82F4-46F6-A67A-4E1F26369581}" type="sibTrans" cxnId="{E50A55EC-8E18-4BDD-8E56-0ECF37BC3A82}">
      <dgm:prSet/>
      <dgm:spPr/>
      <dgm:t>
        <a:bodyPr/>
        <a:lstStyle/>
        <a:p>
          <a:endParaRPr lang="en-US"/>
        </a:p>
      </dgm:t>
    </dgm:pt>
    <dgm:pt modelId="{F49DFA09-1B2D-473E-AA72-2A6AE2DD7F02}">
      <dgm:prSet/>
      <dgm:spPr/>
      <dgm:t>
        <a:bodyPr/>
        <a:lstStyle/>
        <a:p>
          <a:r>
            <a:rPr lang="en-US" dirty="0" err="1" smtClean="0"/>
            <a:t>Mengukur</a:t>
          </a:r>
          <a:r>
            <a:rPr lang="en-US" dirty="0" smtClean="0"/>
            <a:t> </a:t>
          </a:r>
          <a:r>
            <a:rPr lang="en-US" dirty="0" err="1" smtClean="0"/>
            <a:t>jarak</a:t>
          </a:r>
          <a:r>
            <a:rPr lang="en-US" dirty="0" smtClean="0"/>
            <a:t> Euclidean </a:t>
          </a:r>
          <a:r>
            <a:rPr lang="en-US" dirty="0" err="1" smtClean="0"/>
            <a:t>antara</a:t>
          </a:r>
          <a:r>
            <a:rPr lang="en-US" dirty="0" smtClean="0"/>
            <a:t> </a:t>
          </a:r>
          <a:r>
            <a:rPr lang="en-US" dirty="0" err="1" smtClean="0"/>
            <a:t>dokumen</a:t>
          </a:r>
          <a:r>
            <a:rPr lang="en-US" dirty="0" smtClean="0"/>
            <a:t> testing </a:t>
          </a:r>
          <a:r>
            <a:rPr lang="en-US" dirty="0" err="1" smtClean="0"/>
            <a:t>dan</a:t>
          </a:r>
          <a:r>
            <a:rPr lang="en-US" dirty="0" smtClean="0"/>
            <a:t> training.</a:t>
          </a:r>
          <a:endParaRPr lang="en-US" dirty="0"/>
        </a:p>
      </dgm:t>
    </dgm:pt>
    <dgm:pt modelId="{7FBB7B93-63D4-4C9F-99E3-3FBA81604EE9}" type="parTrans" cxnId="{D90BEEDD-50BF-4C54-B779-D0B9A93708C2}">
      <dgm:prSet/>
      <dgm:spPr/>
      <dgm:t>
        <a:bodyPr/>
        <a:lstStyle/>
        <a:p>
          <a:endParaRPr lang="en-US"/>
        </a:p>
      </dgm:t>
    </dgm:pt>
    <dgm:pt modelId="{C2D431BD-C9E7-4323-B38A-C91F84DA1AA1}" type="sibTrans" cxnId="{D90BEEDD-50BF-4C54-B779-D0B9A93708C2}">
      <dgm:prSet/>
      <dgm:spPr/>
      <dgm:t>
        <a:bodyPr/>
        <a:lstStyle/>
        <a:p>
          <a:endParaRPr lang="en-US"/>
        </a:p>
      </dgm:t>
    </dgm:pt>
    <dgm:pt modelId="{2379A15F-F81B-4325-9B59-B074DD9154A0}">
      <dgm:prSet/>
      <dgm:spPr/>
      <dgm:t>
        <a:bodyPr/>
        <a:lstStyle/>
        <a:p>
          <a:r>
            <a:rPr lang="en-US" dirty="0" err="1" smtClean="0"/>
            <a:t>Mengurutkan</a:t>
          </a:r>
          <a:r>
            <a:rPr lang="en-US" dirty="0" smtClean="0"/>
            <a:t> </a:t>
          </a:r>
          <a:r>
            <a:rPr lang="en-US" dirty="0" err="1" smtClean="0"/>
            <a:t>jarak</a:t>
          </a:r>
          <a:r>
            <a:rPr lang="en-US" dirty="0" smtClean="0"/>
            <a:t> </a:t>
          </a:r>
          <a:r>
            <a:rPr lang="en-US" dirty="0" err="1" smtClean="0"/>
            <a:t>terkecil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melihat</a:t>
          </a:r>
          <a:r>
            <a:rPr lang="en-US" dirty="0" smtClean="0"/>
            <a:t> </a:t>
          </a:r>
          <a:r>
            <a:rPr lang="en-US" dirty="0" err="1" smtClean="0"/>
            <a:t>kategori</a:t>
          </a:r>
          <a:r>
            <a:rPr lang="en-US" dirty="0" smtClean="0"/>
            <a:t> </a:t>
          </a:r>
          <a:r>
            <a:rPr lang="en-US" dirty="0" err="1" smtClean="0"/>
            <a:t>mayoritas</a:t>
          </a:r>
          <a:r>
            <a:rPr lang="en-US" dirty="0" smtClean="0"/>
            <a:t> </a:t>
          </a:r>
          <a:r>
            <a:rPr lang="en-US" dirty="0" err="1" smtClean="0"/>
            <a:t>dari</a:t>
          </a:r>
          <a:r>
            <a:rPr lang="en-US" dirty="0" smtClean="0"/>
            <a:t> K </a:t>
          </a:r>
          <a:r>
            <a:rPr lang="en-US" dirty="0" err="1" smtClean="0"/>
            <a:t>tetangga</a:t>
          </a:r>
          <a:r>
            <a:rPr lang="en-US" dirty="0" smtClean="0"/>
            <a:t> </a:t>
          </a:r>
          <a:r>
            <a:rPr lang="en-US" dirty="0" err="1" smtClean="0"/>
            <a:t>tersebut</a:t>
          </a:r>
          <a:r>
            <a:rPr lang="en-US" dirty="0" smtClean="0"/>
            <a:t>.</a:t>
          </a:r>
          <a:endParaRPr lang="en-US" dirty="0"/>
        </a:p>
      </dgm:t>
    </dgm:pt>
    <dgm:pt modelId="{E3A40257-F823-481A-92D2-29E9CF34D089}" type="parTrans" cxnId="{3248CEA8-7BB2-459A-AB86-2972F191D66D}">
      <dgm:prSet/>
      <dgm:spPr/>
      <dgm:t>
        <a:bodyPr/>
        <a:lstStyle/>
        <a:p>
          <a:endParaRPr lang="en-US"/>
        </a:p>
      </dgm:t>
    </dgm:pt>
    <dgm:pt modelId="{2C589860-1D17-4646-BC1E-2A4BEFE77618}" type="sibTrans" cxnId="{3248CEA8-7BB2-459A-AB86-2972F191D66D}">
      <dgm:prSet/>
      <dgm:spPr/>
      <dgm:t>
        <a:bodyPr/>
        <a:lstStyle/>
        <a:p>
          <a:endParaRPr lang="en-US"/>
        </a:p>
      </dgm:t>
    </dgm:pt>
    <dgm:pt modelId="{C8EA7CD6-E9D6-4BF1-B1E8-6AF2A6150FFC}" type="pres">
      <dgm:prSet presAssocID="{192BE6E1-F451-46CB-8151-14BB07795277}" presName="linear" presStyleCnt="0">
        <dgm:presLayoutVars>
          <dgm:animLvl val="lvl"/>
          <dgm:resizeHandles val="exact"/>
        </dgm:presLayoutVars>
      </dgm:prSet>
      <dgm:spPr/>
    </dgm:pt>
    <dgm:pt modelId="{91FC2573-0690-4D64-8D2D-3CC8608A2353}" type="pres">
      <dgm:prSet presAssocID="{9A698092-8416-4AF1-B205-0F4F6136C86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859DAA-8CF8-45AC-9CF7-FB182AFB65BB}" type="pres">
      <dgm:prSet presAssocID="{83CFAA45-82F4-46F6-A67A-4E1F26369581}" presName="spacer" presStyleCnt="0"/>
      <dgm:spPr/>
    </dgm:pt>
    <dgm:pt modelId="{C7C9423B-06FA-4A96-B04A-71B7E4B8DC50}" type="pres">
      <dgm:prSet presAssocID="{F49DFA09-1B2D-473E-AA72-2A6AE2DD7F02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DDD3D9-1EE0-4F84-8ED0-00F2C31E4097}" type="pres">
      <dgm:prSet presAssocID="{C2D431BD-C9E7-4323-B38A-C91F84DA1AA1}" presName="spacer" presStyleCnt="0"/>
      <dgm:spPr/>
    </dgm:pt>
    <dgm:pt modelId="{57B8586A-6245-43EB-A226-0BB69F2234FE}" type="pres">
      <dgm:prSet presAssocID="{2379A15F-F81B-4325-9B59-B074DD9154A0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248CEA8-7BB2-459A-AB86-2972F191D66D}" srcId="{192BE6E1-F451-46CB-8151-14BB07795277}" destId="{2379A15F-F81B-4325-9B59-B074DD9154A0}" srcOrd="2" destOrd="0" parTransId="{E3A40257-F823-481A-92D2-29E9CF34D089}" sibTransId="{2C589860-1D17-4646-BC1E-2A4BEFE77618}"/>
    <dgm:cxn modelId="{E50A55EC-8E18-4BDD-8E56-0ECF37BC3A82}" srcId="{192BE6E1-F451-46CB-8151-14BB07795277}" destId="{9A698092-8416-4AF1-B205-0F4F6136C86B}" srcOrd="0" destOrd="0" parTransId="{D457E7DC-274C-492A-9E08-095F455DBA80}" sibTransId="{83CFAA45-82F4-46F6-A67A-4E1F26369581}"/>
    <dgm:cxn modelId="{5579922E-CF02-4D94-A09F-3DCC36DBDBEE}" type="presOf" srcId="{F49DFA09-1B2D-473E-AA72-2A6AE2DD7F02}" destId="{C7C9423B-06FA-4A96-B04A-71B7E4B8DC50}" srcOrd="0" destOrd="0" presId="urn:microsoft.com/office/officeart/2005/8/layout/vList2"/>
    <dgm:cxn modelId="{A7CB0567-7C5A-4AFE-AD03-F3829472B554}" type="presOf" srcId="{192BE6E1-F451-46CB-8151-14BB07795277}" destId="{C8EA7CD6-E9D6-4BF1-B1E8-6AF2A6150FFC}" srcOrd="0" destOrd="0" presId="urn:microsoft.com/office/officeart/2005/8/layout/vList2"/>
    <dgm:cxn modelId="{D90BEEDD-50BF-4C54-B779-D0B9A93708C2}" srcId="{192BE6E1-F451-46CB-8151-14BB07795277}" destId="{F49DFA09-1B2D-473E-AA72-2A6AE2DD7F02}" srcOrd="1" destOrd="0" parTransId="{7FBB7B93-63D4-4C9F-99E3-3FBA81604EE9}" sibTransId="{C2D431BD-C9E7-4323-B38A-C91F84DA1AA1}"/>
    <dgm:cxn modelId="{FBA7AC21-441B-45B4-B306-01408C160D64}" type="presOf" srcId="{2379A15F-F81B-4325-9B59-B074DD9154A0}" destId="{57B8586A-6245-43EB-A226-0BB69F2234FE}" srcOrd="0" destOrd="0" presId="urn:microsoft.com/office/officeart/2005/8/layout/vList2"/>
    <dgm:cxn modelId="{0FD66889-7DE4-49E4-9EC6-5B987472C182}" type="presOf" srcId="{9A698092-8416-4AF1-B205-0F4F6136C86B}" destId="{91FC2573-0690-4D64-8D2D-3CC8608A2353}" srcOrd="0" destOrd="0" presId="urn:microsoft.com/office/officeart/2005/8/layout/vList2"/>
    <dgm:cxn modelId="{F2337898-530F-4993-B08A-ACA086C41DED}" type="presParOf" srcId="{C8EA7CD6-E9D6-4BF1-B1E8-6AF2A6150FFC}" destId="{91FC2573-0690-4D64-8D2D-3CC8608A2353}" srcOrd="0" destOrd="0" presId="urn:microsoft.com/office/officeart/2005/8/layout/vList2"/>
    <dgm:cxn modelId="{1CA56A81-2CF1-4EE8-B731-B3D526459CCB}" type="presParOf" srcId="{C8EA7CD6-E9D6-4BF1-B1E8-6AF2A6150FFC}" destId="{AC859DAA-8CF8-45AC-9CF7-FB182AFB65BB}" srcOrd="1" destOrd="0" presId="urn:microsoft.com/office/officeart/2005/8/layout/vList2"/>
    <dgm:cxn modelId="{A27C748E-4C57-4302-8E2C-9EB8EFC74E29}" type="presParOf" srcId="{C8EA7CD6-E9D6-4BF1-B1E8-6AF2A6150FFC}" destId="{C7C9423B-06FA-4A96-B04A-71B7E4B8DC50}" srcOrd="2" destOrd="0" presId="urn:microsoft.com/office/officeart/2005/8/layout/vList2"/>
    <dgm:cxn modelId="{D1BD1323-0EAA-4AA9-8E6C-7FA3DE5E85A1}" type="presParOf" srcId="{C8EA7CD6-E9D6-4BF1-B1E8-6AF2A6150FFC}" destId="{2DDDD3D9-1EE0-4F84-8ED0-00F2C31E4097}" srcOrd="3" destOrd="0" presId="urn:microsoft.com/office/officeart/2005/8/layout/vList2"/>
    <dgm:cxn modelId="{477DB86A-76A4-4396-95D5-63C79E965F4B}" type="presParOf" srcId="{C8EA7CD6-E9D6-4BF1-B1E8-6AF2A6150FFC}" destId="{57B8586A-6245-43EB-A226-0BB69F2234F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DDB0E-5C02-4E48-AA2E-447B80E40FAA}">
      <dsp:nvSpPr>
        <dsp:cNvPr id="0" name=""/>
        <dsp:cNvSpPr/>
      </dsp:nvSpPr>
      <dsp:spPr>
        <a:xfrm>
          <a:off x="0" y="52568"/>
          <a:ext cx="10515600" cy="6715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/>
            <a:t>Volume Data</a:t>
          </a:r>
          <a:endParaRPr lang="en-US" sz="2800" b="1" kern="1200" dirty="0"/>
        </a:p>
      </dsp:txBody>
      <dsp:txXfrm>
        <a:off x="32784" y="85352"/>
        <a:ext cx="10450032" cy="606012"/>
      </dsp:txXfrm>
    </dsp:sp>
    <dsp:sp modelId="{A1C23D69-43A7-4CDE-85A3-06C349E7E1C0}">
      <dsp:nvSpPr>
        <dsp:cNvPr id="0" name=""/>
        <dsp:cNvSpPr/>
      </dsp:nvSpPr>
      <dsp:spPr>
        <a:xfrm>
          <a:off x="0" y="724148"/>
          <a:ext cx="105156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err="1" smtClean="0"/>
            <a:t>Lebih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dari</a:t>
          </a:r>
          <a:r>
            <a:rPr lang="en-US" sz="2200" kern="1200" dirty="0" smtClean="0"/>
            <a:t> 80% </a:t>
          </a:r>
          <a:r>
            <a:rPr lang="en-US" sz="2200" kern="1200" dirty="0" err="1" smtClean="0"/>
            <a:t>dokumen</a:t>
          </a:r>
          <a:r>
            <a:rPr lang="en-US" sz="2200" kern="1200" dirty="0" smtClean="0"/>
            <a:t> digital </a:t>
          </a:r>
          <a:r>
            <a:rPr lang="en-US" sz="2200" kern="1200" dirty="0" err="1" smtClean="0"/>
            <a:t>berbentuk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teks</a:t>
          </a:r>
          <a:r>
            <a:rPr lang="en-US" sz="2200" kern="1200" dirty="0" smtClean="0"/>
            <a:t>, </a:t>
          </a:r>
          <a:r>
            <a:rPr lang="en-US" sz="2200" kern="1200" dirty="0" err="1" smtClean="0"/>
            <a:t>menyebabkan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limpahan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informasi</a:t>
          </a:r>
          <a:r>
            <a:rPr lang="en-US" sz="2200" kern="1200" dirty="0" smtClean="0"/>
            <a:t>.</a:t>
          </a:r>
          <a:endParaRPr lang="en-US" sz="2200" kern="1200" dirty="0"/>
        </a:p>
      </dsp:txBody>
      <dsp:txXfrm>
        <a:off x="0" y="724148"/>
        <a:ext cx="10515600" cy="463680"/>
      </dsp:txXfrm>
    </dsp:sp>
    <dsp:sp modelId="{109DB9B2-1B7B-45F8-B78F-39A761CE5935}">
      <dsp:nvSpPr>
        <dsp:cNvPr id="0" name=""/>
        <dsp:cNvSpPr/>
      </dsp:nvSpPr>
      <dsp:spPr>
        <a:xfrm>
          <a:off x="0" y="1187829"/>
          <a:ext cx="10515600" cy="671580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/>
            <a:t>Masalah</a:t>
          </a:r>
          <a:r>
            <a:rPr lang="en-US" sz="2800" b="1" kern="1200" dirty="0" smtClean="0"/>
            <a:t> </a:t>
          </a:r>
          <a:r>
            <a:rPr lang="en-US" sz="2800" b="1" kern="1200" dirty="0" err="1" smtClean="0"/>
            <a:t>Perpustakaan</a:t>
          </a:r>
          <a:endParaRPr lang="en-US" sz="2800" b="1" kern="1200" dirty="0"/>
        </a:p>
      </dsp:txBody>
      <dsp:txXfrm>
        <a:off x="32784" y="1220613"/>
        <a:ext cx="10450032" cy="606012"/>
      </dsp:txXfrm>
    </dsp:sp>
    <dsp:sp modelId="{052EF2B2-70C1-45C3-BA07-4AC3C91F30B6}">
      <dsp:nvSpPr>
        <dsp:cNvPr id="0" name=""/>
        <dsp:cNvSpPr/>
      </dsp:nvSpPr>
      <dsp:spPr>
        <a:xfrm>
          <a:off x="0" y="1859409"/>
          <a:ext cx="10515600" cy="1072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err="1" smtClean="0"/>
            <a:t>Sulit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mengenali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buku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referensi</a:t>
          </a:r>
          <a:r>
            <a:rPr lang="en-US" sz="2200" kern="1200" dirty="0" smtClean="0"/>
            <a:t>/</a:t>
          </a:r>
          <a:r>
            <a:rPr lang="en-US" sz="2200" kern="1200" dirty="0" err="1" smtClean="0"/>
            <a:t>Tugas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Akhir</a:t>
          </a:r>
          <a:r>
            <a:rPr lang="en-US" sz="2200" kern="1200" dirty="0" smtClean="0"/>
            <a:t> (TA) yang </a:t>
          </a:r>
          <a:r>
            <a:rPr lang="en-US" sz="2200" kern="1200" dirty="0" err="1" smtClean="0"/>
            <a:t>sesuai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topik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karena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banyaknya</a:t>
          </a:r>
          <a:r>
            <a:rPr lang="en-US" sz="2200" kern="1200" dirty="0" smtClean="0"/>
            <a:t> data.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err="1" smtClean="0"/>
            <a:t>Pencarian</a:t>
          </a:r>
          <a:r>
            <a:rPr lang="en-US" sz="2200" kern="1200" dirty="0" smtClean="0"/>
            <a:t> manual </a:t>
          </a:r>
          <a:r>
            <a:rPr lang="en-US" sz="2200" kern="1200" dirty="0" err="1" smtClean="0"/>
            <a:t>sering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tidak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efisien</a:t>
          </a:r>
          <a:r>
            <a:rPr lang="en-US" sz="2200" kern="1200" dirty="0" smtClean="0"/>
            <a:t>.</a:t>
          </a:r>
          <a:endParaRPr lang="en-US" sz="2200" kern="1200" dirty="0"/>
        </a:p>
      </dsp:txBody>
      <dsp:txXfrm>
        <a:off x="0" y="1859409"/>
        <a:ext cx="10515600" cy="1072260"/>
      </dsp:txXfrm>
    </dsp:sp>
    <dsp:sp modelId="{ABC5B83D-D6FF-487C-AC9C-F8D1111BC9FD}">
      <dsp:nvSpPr>
        <dsp:cNvPr id="0" name=""/>
        <dsp:cNvSpPr/>
      </dsp:nvSpPr>
      <dsp:spPr>
        <a:xfrm>
          <a:off x="0" y="2931669"/>
          <a:ext cx="10515600" cy="671580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/>
            <a:t>Solusi</a:t>
          </a:r>
          <a:endParaRPr lang="en-US" sz="2800" b="1" kern="1200" dirty="0"/>
        </a:p>
      </dsp:txBody>
      <dsp:txXfrm>
        <a:off x="32784" y="2964453"/>
        <a:ext cx="10450032" cy="606012"/>
      </dsp:txXfrm>
    </dsp:sp>
    <dsp:sp modelId="{8A7A4706-C02B-42A5-B2D9-57E5AA16EA99}">
      <dsp:nvSpPr>
        <dsp:cNvPr id="0" name=""/>
        <dsp:cNvSpPr/>
      </dsp:nvSpPr>
      <dsp:spPr>
        <a:xfrm>
          <a:off x="0" y="3603249"/>
          <a:ext cx="10515600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smtClean="0"/>
            <a:t>Dibutuhkan sistem klasifikasi teks otomatis menggunakan pendekatan </a:t>
          </a:r>
          <a:r>
            <a:rPr lang="en-US" sz="2200" i="1" kern="1200" smtClean="0"/>
            <a:t>supervised learning</a:t>
          </a:r>
          <a:endParaRPr lang="en-US" sz="2200" kern="1200" dirty="0"/>
        </a:p>
      </dsp:txBody>
      <dsp:txXfrm>
        <a:off x="0" y="3603249"/>
        <a:ext cx="10515600" cy="695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2261F9-32BD-4B71-B93A-E56A28B7A2AE}">
      <dsp:nvSpPr>
        <dsp:cNvPr id="0" name=""/>
        <dsp:cNvSpPr/>
      </dsp:nvSpPr>
      <dsp:spPr>
        <a:xfrm>
          <a:off x="0" y="489856"/>
          <a:ext cx="2626332" cy="59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76200" rIns="213360" bIns="76200" numCol="1" spcCol="1270" anchor="ctr" anchorCtr="0">
          <a:noAutofit/>
        </a:bodyPr>
        <a:lstStyle/>
        <a:p>
          <a:pPr lvl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err="1" smtClean="0"/>
            <a:t>Metode</a:t>
          </a:r>
          <a:endParaRPr lang="en-US" sz="3000" kern="1200" dirty="0"/>
        </a:p>
      </dsp:txBody>
      <dsp:txXfrm>
        <a:off x="0" y="489856"/>
        <a:ext cx="2626332" cy="594000"/>
      </dsp:txXfrm>
    </dsp:sp>
    <dsp:sp modelId="{CA4643F7-B728-4FAC-BF6E-EDE6267C4BC8}">
      <dsp:nvSpPr>
        <dsp:cNvPr id="0" name=""/>
        <dsp:cNvSpPr/>
      </dsp:nvSpPr>
      <dsp:spPr>
        <a:xfrm>
          <a:off x="2626332" y="44356"/>
          <a:ext cx="525266" cy="14850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0399C7-9E2A-4F1A-910C-637DB0CB5A29}">
      <dsp:nvSpPr>
        <dsp:cNvPr id="0" name=""/>
        <dsp:cNvSpPr/>
      </dsp:nvSpPr>
      <dsp:spPr>
        <a:xfrm>
          <a:off x="3361705" y="44356"/>
          <a:ext cx="7143624" cy="1485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/>
            <a:t>Mendapatkan </a:t>
          </a:r>
          <a:r>
            <a:rPr lang="en-US" sz="3000" kern="1200" dirty="0" err="1" smtClean="0"/>
            <a:t>akurasi</a:t>
          </a:r>
          <a:r>
            <a:rPr lang="en-US" sz="3000" kern="1200" dirty="0" smtClean="0"/>
            <a:t> </a:t>
          </a:r>
          <a:r>
            <a:rPr lang="en-US" sz="3000" kern="1200" dirty="0" err="1" smtClean="0"/>
            <a:t>klasifikasi</a:t>
          </a:r>
          <a:r>
            <a:rPr lang="en-US" sz="3000" kern="1200" dirty="0" smtClean="0"/>
            <a:t> yang </a:t>
          </a:r>
          <a:r>
            <a:rPr lang="en-US" sz="3000" kern="1200" dirty="0" err="1" smtClean="0"/>
            <a:t>baik</a:t>
          </a:r>
          <a:r>
            <a:rPr lang="en-US" sz="3000" kern="1200" dirty="0" smtClean="0"/>
            <a:t> </a:t>
          </a:r>
          <a:r>
            <a:rPr lang="en-US" sz="3000" kern="1200" dirty="0" err="1" smtClean="0"/>
            <a:t>menggunakan</a:t>
          </a:r>
          <a:r>
            <a:rPr lang="en-US" sz="3000" kern="1200" dirty="0" smtClean="0"/>
            <a:t> </a:t>
          </a:r>
          <a:r>
            <a:rPr lang="en-US" sz="3000" kern="1200" dirty="0" err="1" smtClean="0"/>
            <a:t>algoritma</a:t>
          </a:r>
          <a:r>
            <a:rPr lang="en-US" sz="3000" kern="1200" dirty="0" smtClean="0"/>
            <a:t> </a:t>
          </a:r>
          <a:r>
            <a:rPr lang="en-US" sz="3000" i="1" kern="1200" dirty="0" smtClean="0"/>
            <a:t>K-Nearest Neighbor</a:t>
          </a:r>
          <a:r>
            <a:rPr lang="en-US" sz="3000" kern="1200" dirty="0" smtClean="0"/>
            <a:t> (KNN)</a:t>
          </a:r>
          <a:endParaRPr lang="en-US" sz="3000" kern="1200" dirty="0"/>
        </a:p>
      </dsp:txBody>
      <dsp:txXfrm>
        <a:off x="3361705" y="44356"/>
        <a:ext cx="7143624" cy="1485000"/>
      </dsp:txXfrm>
    </dsp:sp>
    <dsp:sp modelId="{312483AC-2623-42B9-A777-9C37E9C1B562}">
      <dsp:nvSpPr>
        <dsp:cNvPr id="0" name=""/>
        <dsp:cNvSpPr/>
      </dsp:nvSpPr>
      <dsp:spPr>
        <a:xfrm>
          <a:off x="0" y="2082856"/>
          <a:ext cx="2626332" cy="59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76200" rIns="213360" bIns="76200" numCol="1" spcCol="1270" anchor="ctr" anchorCtr="0">
          <a:noAutofit/>
        </a:bodyPr>
        <a:lstStyle/>
        <a:p>
          <a:pPr lvl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smtClean="0"/>
            <a:t>Implementasi</a:t>
          </a:r>
          <a:endParaRPr lang="en-US" sz="3000" kern="1200" dirty="0"/>
        </a:p>
      </dsp:txBody>
      <dsp:txXfrm>
        <a:off x="0" y="2082856"/>
        <a:ext cx="2626332" cy="594000"/>
      </dsp:txXfrm>
    </dsp:sp>
    <dsp:sp modelId="{1F57ABA7-81AD-44D4-B362-17318FEEF168}">
      <dsp:nvSpPr>
        <dsp:cNvPr id="0" name=""/>
        <dsp:cNvSpPr/>
      </dsp:nvSpPr>
      <dsp:spPr>
        <a:xfrm>
          <a:off x="2626332" y="1637356"/>
          <a:ext cx="525266" cy="14850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A23A7E-8CA2-4638-914F-BBF911488F4C}">
      <dsp:nvSpPr>
        <dsp:cNvPr id="0" name=""/>
        <dsp:cNvSpPr/>
      </dsp:nvSpPr>
      <dsp:spPr>
        <a:xfrm>
          <a:off x="3361705" y="1637356"/>
          <a:ext cx="7143624" cy="1485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err="1" smtClean="0"/>
            <a:t>Menerapkan</a:t>
          </a:r>
          <a:r>
            <a:rPr lang="en-US" sz="3000" kern="1200" dirty="0" smtClean="0"/>
            <a:t> </a:t>
          </a:r>
          <a:r>
            <a:rPr lang="en-US" sz="3000" kern="1200" dirty="0" err="1" smtClean="0"/>
            <a:t>algoritma</a:t>
          </a:r>
          <a:r>
            <a:rPr lang="en-US" sz="3000" kern="1200" dirty="0" smtClean="0"/>
            <a:t> </a:t>
          </a:r>
          <a:r>
            <a:rPr lang="en-US" sz="3000" kern="1200" dirty="0" err="1" smtClean="0"/>
            <a:t>tersebut</a:t>
          </a:r>
          <a:r>
            <a:rPr lang="en-US" sz="3000" kern="1200" dirty="0" smtClean="0"/>
            <a:t> </a:t>
          </a:r>
          <a:r>
            <a:rPr lang="en-US" sz="3000" kern="1200" dirty="0" err="1" smtClean="0"/>
            <a:t>ke</a:t>
          </a:r>
          <a:r>
            <a:rPr lang="en-US" sz="3000" kern="1200" dirty="0" smtClean="0"/>
            <a:t> </a:t>
          </a:r>
          <a:r>
            <a:rPr lang="en-US" sz="3000" kern="1200" dirty="0" err="1" smtClean="0"/>
            <a:t>dalam</a:t>
          </a:r>
          <a:r>
            <a:rPr lang="en-US" sz="3000" kern="1200" dirty="0" smtClean="0"/>
            <a:t> </a:t>
          </a:r>
          <a:r>
            <a:rPr lang="en-US" sz="3000" kern="1200" dirty="0" err="1" smtClean="0"/>
            <a:t>sebuah</a:t>
          </a:r>
          <a:r>
            <a:rPr lang="en-US" sz="3000" kern="1200" dirty="0" smtClean="0"/>
            <a:t> program bantu (</a:t>
          </a:r>
          <a:r>
            <a:rPr lang="en-US" sz="3000" i="1" kern="1200" dirty="0" smtClean="0"/>
            <a:t>assistive program</a:t>
          </a:r>
          <a:r>
            <a:rPr lang="en-US" sz="3000" kern="1200" dirty="0" smtClean="0"/>
            <a:t>) </a:t>
          </a:r>
          <a:r>
            <a:rPr lang="en-US" sz="3000" kern="1200" dirty="0" err="1" smtClean="0"/>
            <a:t>untuk</a:t>
          </a:r>
          <a:r>
            <a:rPr lang="en-US" sz="3000" kern="1200" dirty="0" smtClean="0"/>
            <a:t> </a:t>
          </a:r>
          <a:r>
            <a:rPr lang="en-US" sz="3000" kern="1200" dirty="0" err="1" smtClean="0"/>
            <a:t>perpustakaan</a:t>
          </a:r>
          <a:r>
            <a:rPr lang="en-US" sz="3000" kern="1200" dirty="0" smtClean="0"/>
            <a:t>.</a:t>
          </a:r>
          <a:endParaRPr lang="en-US" sz="3000" kern="1200" dirty="0"/>
        </a:p>
      </dsp:txBody>
      <dsp:txXfrm>
        <a:off x="3361705" y="1637356"/>
        <a:ext cx="7143624" cy="1485000"/>
      </dsp:txXfrm>
    </dsp:sp>
    <dsp:sp modelId="{F79AB450-6727-497B-A85F-BA963039E0FD}">
      <dsp:nvSpPr>
        <dsp:cNvPr id="0" name=""/>
        <dsp:cNvSpPr/>
      </dsp:nvSpPr>
      <dsp:spPr>
        <a:xfrm>
          <a:off x="0" y="3471669"/>
          <a:ext cx="2628900" cy="59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76200" rIns="213360" bIns="76200" numCol="1" spcCol="1270" anchor="ctr" anchorCtr="0">
          <a:noAutofit/>
        </a:bodyPr>
        <a:lstStyle/>
        <a:p>
          <a:pPr lvl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err="1" smtClean="0"/>
            <a:t>Objek</a:t>
          </a:r>
          <a:endParaRPr lang="en-US" sz="3000" kern="1200" dirty="0"/>
        </a:p>
      </dsp:txBody>
      <dsp:txXfrm>
        <a:off x="0" y="3471669"/>
        <a:ext cx="2628900" cy="594000"/>
      </dsp:txXfrm>
    </dsp:sp>
    <dsp:sp modelId="{2B03B33F-B63E-400D-938C-A09D056D9C3E}">
      <dsp:nvSpPr>
        <dsp:cNvPr id="0" name=""/>
        <dsp:cNvSpPr/>
      </dsp:nvSpPr>
      <dsp:spPr>
        <a:xfrm>
          <a:off x="2628899" y="3230356"/>
          <a:ext cx="525780" cy="107662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227CF8-488C-46B5-8E7F-E3E8823D4E7A}">
      <dsp:nvSpPr>
        <dsp:cNvPr id="0" name=""/>
        <dsp:cNvSpPr/>
      </dsp:nvSpPr>
      <dsp:spPr>
        <a:xfrm>
          <a:off x="3364991" y="3230356"/>
          <a:ext cx="7150608" cy="10766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smtClean="0"/>
            <a:t>Mengklasifikasikan dokumen abstrak Tugas Akhir mahasiswa.</a:t>
          </a:r>
          <a:endParaRPr lang="en-US" sz="3000" kern="1200" dirty="0"/>
        </a:p>
      </dsp:txBody>
      <dsp:txXfrm>
        <a:off x="3364991" y="3230356"/>
        <a:ext cx="7150608" cy="10766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5AAF0-427A-4AFF-9592-650987D29A05}">
      <dsp:nvSpPr>
        <dsp:cNvPr id="0" name=""/>
        <dsp:cNvSpPr/>
      </dsp:nvSpPr>
      <dsp:spPr>
        <a:xfrm>
          <a:off x="9242" y="945220"/>
          <a:ext cx="2762398" cy="16574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Tokenizing</a:t>
          </a:r>
          <a:endParaRPr lang="en-US" sz="4200" b="1" kern="1200" dirty="0"/>
        </a:p>
      </dsp:txBody>
      <dsp:txXfrm>
        <a:off x="57787" y="993765"/>
        <a:ext cx="2665308" cy="1560349"/>
      </dsp:txXfrm>
    </dsp:sp>
    <dsp:sp modelId="{A311DD17-5A65-48C5-BEE0-299BD3B1C656}">
      <dsp:nvSpPr>
        <dsp:cNvPr id="0" name=""/>
        <dsp:cNvSpPr/>
      </dsp:nvSpPr>
      <dsp:spPr>
        <a:xfrm>
          <a:off x="3047880" y="1431402"/>
          <a:ext cx="585628" cy="68507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900" kern="1200"/>
        </a:p>
      </dsp:txBody>
      <dsp:txXfrm>
        <a:off x="3047880" y="1568417"/>
        <a:ext cx="409940" cy="411044"/>
      </dsp:txXfrm>
    </dsp:sp>
    <dsp:sp modelId="{F2AC4F7C-E7B2-4D06-95B0-9A45130E897A}">
      <dsp:nvSpPr>
        <dsp:cNvPr id="0" name=""/>
        <dsp:cNvSpPr/>
      </dsp:nvSpPr>
      <dsp:spPr>
        <a:xfrm>
          <a:off x="3876600" y="945220"/>
          <a:ext cx="2762398" cy="16574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err="1" smtClean="0"/>
            <a:t>Stopword</a:t>
          </a:r>
          <a:r>
            <a:rPr lang="en-US" sz="4200" b="1" kern="1200" dirty="0" smtClean="0"/>
            <a:t> removal</a:t>
          </a:r>
          <a:endParaRPr lang="en-US" sz="4200" b="1" kern="1200" dirty="0"/>
        </a:p>
      </dsp:txBody>
      <dsp:txXfrm>
        <a:off x="3925145" y="993765"/>
        <a:ext cx="2665308" cy="1560349"/>
      </dsp:txXfrm>
    </dsp:sp>
    <dsp:sp modelId="{2AE005BF-846F-42AC-9D72-B333C0B9AC71}">
      <dsp:nvSpPr>
        <dsp:cNvPr id="0" name=""/>
        <dsp:cNvSpPr/>
      </dsp:nvSpPr>
      <dsp:spPr>
        <a:xfrm>
          <a:off x="6915239" y="1431402"/>
          <a:ext cx="585628" cy="68507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900" kern="1200"/>
        </a:p>
      </dsp:txBody>
      <dsp:txXfrm>
        <a:off x="6915239" y="1568417"/>
        <a:ext cx="409940" cy="411044"/>
      </dsp:txXfrm>
    </dsp:sp>
    <dsp:sp modelId="{855C2265-6DA4-464F-84C5-4AEF30143C52}">
      <dsp:nvSpPr>
        <dsp:cNvPr id="0" name=""/>
        <dsp:cNvSpPr/>
      </dsp:nvSpPr>
      <dsp:spPr>
        <a:xfrm>
          <a:off x="7743958" y="945220"/>
          <a:ext cx="2762398" cy="16574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err="1" smtClean="0"/>
            <a:t>Steming</a:t>
          </a:r>
          <a:endParaRPr lang="en-US" sz="4200" b="1" kern="1200" dirty="0"/>
        </a:p>
      </dsp:txBody>
      <dsp:txXfrm>
        <a:off x="7792503" y="993765"/>
        <a:ext cx="2665308" cy="15603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C2573-0690-4D64-8D2D-3CC8608A2353}">
      <dsp:nvSpPr>
        <dsp:cNvPr id="0" name=""/>
        <dsp:cNvSpPr/>
      </dsp:nvSpPr>
      <dsp:spPr>
        <a:xfrm>
          <a:off x="0" y="51766"/>
          <a:ext cx="10515600" cy="135065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err="1" smtClean="0"/>
            <a:t>Menetapkan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jumlah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tetangga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terdekat</a:t>
          </a:r>
          <a:r>
            <a:rPr lang="en-US" sz="3400" kern="1200" dirty="0" smtClean="0"/>
            <a:t> (K).</a:t>
          </a:r>
          <a:endParaRPr lang="en-US" sz="3400" kern="1200" dirty="0"/>
        </a:p>
      </dsp:txBody>
      <dsp:txXfrm>
        <a:off x="65934" y="117700"/>
        <a:ext cx="10383732" cy="1218787"/>
      </dsp:txXfrm>
    </dsp:sp>
    <dsp:sp modelId="{C7C9423B-06FA-4A96-B04A-71B7E4B8DC50}">
      <dsp:nvSpPr>
        <dsp:cNvPr id="0" name=""/>
        <dsp:cNvSpPr/>
      </dsp:nvSpPr>
      <dsp:spPr>
        <a:xfrm>
          <a:off x="0" y="1500341"/>
          <a:ext cx="10515600" cy="1350655"/>
        </a:xfrm>
        <a:prstGeom prst="roundRect">
          <a:avLst/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err="1" smtClean="0"/>
            <a:t>Mengukur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jarak</a:t>
          </a:r>
          <a:r>
            <a:rPr lang="en-US" sz="3400" kern="1200" dirty="0" smtClean="0"/>
            <a:t> Euclidean </a:t>
          </a:r>
          <a:r>
            <a:rPr lang="en-US" sz="3400" kern="1200" dirty="0" err="1" smtClean="0"/>
            <a:t>antara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dokumen</a:t>
          </a:r>
          <a:r>
            <a:rPr lang="en-US" sz="3400" kern="1200" dirty="0" smtClean="0"/>
            <a:t> testing </a:t>
          </a:r>
          <a:r>
            <a:rPr lang="en-US" sz="3400" kern="1200" dirty="0" err="1" smtClean="0"/>
            <a:t>dan</a:t>
          </a:r>
          <a:r>
            <a:rPr lang="en-US" sz="3400" kern="1200" dirty="0" smtClean="0"/>
            <a:t> training.</a:t>
          </a:r>
          <a:endParaRPr lang="en-US" sz="3400" kern="1200" dirty="0"/>
        </a:p>
      </dsp:txBody>
      <dsp:txXfrm>
        <a:off x="65934" y="1566275"/>
        <a:ext cx="10383732" cy="1218787"/>
      </dsp:txXfrm>
    </dsp:sp>
    <dsp:sp modelId="{57B8586A-6245-43EB-A226-0BB69F2234FE}">
      <dsp:nvSpPr>
        <dsp:cNvPr id="0" name=""/>
        <dsp:cNvSpPr/>
      </dsp:nvSpPr>
      <dsp:spPr>
        <a:xfrm>
          <a:off x="0" y="2948916"/>
          <a:ext cx="10515600" cy="1350655"/>
        </a:xfrm>
        <a:prstGeom prst="round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err="1" smtClean="0"/>
            <a:t>Mengurutkan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jarak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terkecil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dan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melihat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kategori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mayoritas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dari</a:t>
          </a:r>
          <a:r>
            <a:rPr lang="en-US" sz="3400" kern="1200" dirty="0" smtClean="0"/>
            <a:t> K </a:t>
          </a:r>
          <a:r>
            <a:rPr lang="en-US" sz="3400" kern="1200" dirty="0" err="1" smtClean="0"/>
            <a:t>tetangga</a:t>
          </a:r>
          <a:r>
            <a:rPr lang="en-US" sz="3400" kern="1200" dirty="0" smtClean="0"/>
            <a:t> </a:t>
          </a:r>
          <a:r>
            <a:rPr lang="en-US" sz="3400" kern="1200" dirty="0" err="1" smtClean="0"/>
            <a:t>tersebut</a:t>
          </a:r>
          <a:r>
            <a:rPr lang="en-US" sz="3400" kern="1200" dirty="0" smtClean="0"/>
            <a:t>.</a:t>
          </a:r>
          <a:endParaRPr lang="en-US" sz="3400" kern="1200" dirty="0"/>
        </a:p>
      </dsp:txBody>
      <dsp:txXfrm>
        <a:off x="65934" y="3014850"/>
        <a:ext cx="10383732" cy="1218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F9826-7CEF-4A14-91BE-5EB253C916C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9319D-CE5A-4851-B8CD-53C924FEE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54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Narasi</a:t>
            </a:r>
            <a:r>
              <a:rPr lang="en-US" b="1" dirty="0" smtClean="0"/>
              <a:t> Presenter:</a:t>
            </a:r>
            <a:r>
              <a:rPr lang="en-US" dirty="0" smtClean="0"/>
              <a:t> </a:t>
            </a:r>
            <a:r>
              <a:rPr lang="en-US" dirty="0" err="1" smtClean="0"/>
              <a:t>Selamat</a:t>
            </a:r>
            <a:r>
              <a:rPr lang="en-US" dirty="0" smtClean="0"/>
              <a:t> </a:t>
            </a:r>
            <a:r>
              <a:rPr lang="en-US" dirty="0" err="1" smtClean="0"/>
              <a:t>pagi</a:t>
            </a:r>
            <a:r>
              <a:rPr lang="en-US" dirty="0" smtClean="0"/>
              <a:t>/</a:t>
            </a:r>
            <a:r>
              <a:rPr lang="en-US" dirty="0" err="1" smtClean="0"/>
              <a:t>siang</a:t>
            </a:r>
            <a:r>
              <a:rPr lang="en-US" dirty="0" smtClean="0"/>
              <a:t>. Hari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saya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mempresentasikan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 smtClean="0"/>
              <a:t>mengenai</a:t>
            </a:r>
            <a:r>
              <a:rPr lang="en-US" dirty="0" smtClean="0"/>
              <a:t> </a:t>
            </a:r>
            <a:r>
              <a:rPr lang="en-US" dirty="0" err="1" smtClean="0"/>
              <a:t>bagaimana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 smtClean="0"/>
              <a:t> KNN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membantu</a:t>
            </a:r>
            <a:r>
              <a:rPr lang="en-US" dirty="0" smtClean="0"/>
              <a:t> </a:t>
            </a:r>
            <a:r>
              <a:rPr lang="en-US" dirty="0" err="1" smtClean="0"/>
              <a:t>mengklasifikasikan</a:t>
            </a:r>
            <a:r>
              <a:rPr lang="en-US" dirty="0" smtClean="0"/>
              <a:t> </a:t>
            </a:r>
            <a:r>
              <a:rPr lang="en-US" dirty="0" err="1" smtClean="0"/>
              <a:t>topik</a:t>
            </a:r>
            <a:r>
              <a:rPr lang="en-US" dirty="0" smtClean="0"/>
              <a:t>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r>
              <a:rPr lang="en-US" dirty="0" smtClean="0"/>
              <a:t> </a:t>
            </a:r>
            <a:r>
              <a:rPr lang="en-US" dirty="0" err="1" smtClean="0"/>
              <a:t>mahasiswa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otomatis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79319D-CE5A-4851-B8CD-53C924FEEB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89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Perpustakaan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</a:t>
            </a:r>
            <a:r>
              <a:rPr lang="en-US" dirty="0" err="1" smtClean="0"/>
              <a:t>ribuan</a:t>
            </a:r>
            <a:r>
              <a:rPr lang="en-US" dirty="0" smtClean="0"/>
              <a:t> </a:t>
            </a:r>
            <a:r>
              <a:rPr lang="en-US" dirty="0" err="1" smtClean="0"/>
              <a:t>koleksi</a:t>
            </a:r>
            <a:r>
              <a:rPr lang="en-US" dirty="0" smtClean="0"/>
              <a:t> digital. </a:t>
            </a:r>
            <a:r>
              <a:rPr lang="en-US" dirty="0" err="1" smtClean="0"/>
              <a:t>Masalah</a:t>
            </a:r>
            <a:r>
              <a:rPr lang="en-US" dirty="0" smtClean="0"/>
              <a:t> </a:t>
            </a:r>
            <a:r>
              <a:rPr lang="en-US" dirty="0" err="1" smtClean="0"/>
              <a:t>utamanya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sulitnya</a:t>
            </a:r>
            <a:r>
              <a:rPr lang="en-US" dirty="0" smtClean="0"/>
              <a:t> </a:t>
            </a:r>
            <a:r>
              <a:rPr lang="en-US" dirty="0" err="1" smtClean="0"/>
              <a:t>menemukan</a:t>
            </a:r>
            <a:r>
              <a:rPr lang="en-US" dirty="0" smtClean="0"/>
              <a:t> </a:t>
            </a:r>
            <a:r>
              <a:rPr lang="en-US" dirty="0" err="1" smtClean="0"/>
              <a:t>referensi</a:t>
            </a:r>
            <a:r>
              <a:rPr lang="en-US" dirty="0" smtClean="0"/>
              <a:t> TA yang </a:t>
            </a:r>
            <a:r>
              <a:rPr lang="en-US" dirty="0" err="1" smtClean="0"/>
              <a:t>spesifik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datanya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terstruktur</a:t>
            </a:r>
            <a:r>
              <a:rPr lang="en-US" dirty="0" smtClean="0"/>
              <a:t>.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itu</a:t>
            </a:r>
            <a:r>
              <a:rPr lang="en-US" dirty="0" smtClean="0"/>
              <a:t>, </a:t>
            </a:r>
            <a:r>
              <a:rPr lang="en-US" dirty="0" err="1" smtClean="0"/>
              <a:t>kita</a:t>
            </a:r>
            <a:r>
              <a:rPr lang="en-US" dirty="0" smtClean="0"/>
              <a:t> </a:t>
            </a:r>
            <a:r>
              <a:rPr lang="en-US" dirty="0" err="1" smtClean="0"/>
              <a:t>butuh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klasifikasi</a:t>
            </a:r>
            <a:r>
              <a:rPr lang="en-US" dirty="0" smtClean="0"/>
              <a:t> </a:t>
            </a:r>
            <a:r>
              <a:rPr lang="en-US" dirty="0" err="1" smtClean="0"/>
              <a:t>otomatis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79319D-CE5A-4851-B8CD-53C924FEEB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6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membaca</a:t>
            </a:r>
            <a:r>
              <a:rPr lang="en-US" dirty="0" smtClean="0"/>
              <a:t> </a:t>
            </a:r>
            <a:r>
              <a:rPr lang="en-US" dirty="0" err="1" smtClean="0"/>
              <a:t>teks</a:t>
            </a:r>
            <a:r>
              <a:rPr lang="en-US" dirty="0" smtClean="0"/>
              <a:t>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manusia</a:t>
            </a:r>
            <a:r>
              <a:rPr lang="en-US" dirty="0" smtClean="0"/>
              <a:t>, </a:t>
            </a:r>
            <a:r>
              <a:rPr lang="en-US" dirty="0" err="1" smtClean="0"/>
              <a:t>melainkan</a:t>
            </a:r>
            <a:r>
              <a:rPr lang="en-US" dirty="0" smtClean="0"/>
              <a:t> </a:t>
            </a:r>
            <a:r>
              <a:rPr lang="en-US" dirty="0" err="1" smtClean="0"/>
              <a:t>mengubahnya</a:t>
            </a:r>
            <a:r>
              <a:rPr lang="en-US" dirty="0" smtClean="0"/>
              <a:t> </a:t>
            </a:r>
            <a:r>
              <a:rPr lang="en-US" dirty="0" err="1" smtClean="0"/>
              <a:t>menjadi</a:t>
            </a:r>
            <a:r>
              <a:rPr lang="en-US" dirty="0" smtClean="0"/>
              <a:t> </a:t>
            </a:r>
            <a:r>
              <a:rPr lang="en-US" dirty="0" err="1" smtClean="0"/>
              <a:t>angka</a:t>
            </a:r>
            <a:r>
              <a:rPr lang="en-US" dirty="0" smtClean="0"/>
              <a:t> (</a:t>
            </a:r>
            <a:r>
              <a:rPr lang="en-US" dirty="0" err="1" smtClean="0"/>
              <a:t>bobot</a:t>
            </a:r>
            <a:r>
              <a:rPr lang="en-US" dirty="0" smtClean="0"/>
              <a:t>). Kami </a:t>
            </a:r>
            <a:r>
              <a:rPr lang="en-US" dirty="0" err="1" smtClean="0"/>
              <a:t>menggunakan</a:t>
            </a:r>
            <a:r>
              <a:rPr lang="en-US" dirty="0" smtClean="0"/>
              <a:t> Cosine Similarity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mengukur</a:t>
            </a:r>
            <a:r>
              <a:rPr lang="en-US" dirty="0" smtClean="0"/>
              <a:t> </a:t>
            </a:r>
            <a:r>
              <a:rPr lang="en-US" dirty="0" err="1" smtClean="0"/>
              <a:t>sudut</a:t>
            </a:r>
            <a:r>
              <a:rPr lang="en-US" dirty="0" smtClean="0"/>
              <a:t> </a:t>
            </a:r>
            <a:r>
              <a:rPr lang="en-US" dirty="0" err="1" smtClean="0"/>
              <a:t>kemiripan</a:t>
            </a:r>
            <a:r>
              <a:rPr lang="en-US" dirty="0" smtClean="0"/>
              <a:t> </a:t>
            </a:r>
            <a:r>
              <a:rPr lang="en-US" dirty="0" err="1" smtClean="0"/>
              <a:t>antar</a:t>
            </a:r>
            <a:r>
              <a:rPr lang="en-US" dirty="0" smtClean="0"/>
              <a:t> </a:t>
            </a:r>
            <a:r>
              <a:rPr lang="en-US" dirty="0" err="1" smtClean="0"/>
              <a:t>dokumen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79319D-CE5A-4851-B8CD-53C924FEEB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9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1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7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53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9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7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3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21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21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21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547FE-E48B-4AFD-B9C5-706EB0FD869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CED65-5EE1-4643-8111-0A451EEC4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Presentasi</a:t>
            </a:r>
            <a:r>
              <a:rPr lang="en-US" dirty="0" smtClean="0"/>
              <a:t> Journal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Penerapan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 smtClean="0"/>
              <a:t> K-Nearest Neighbor </a:t>
            </a:r>
            <a:r>
              <a:rPr lang="en-US" dirty="0" err="1" smtClean="0"/>
              <a:t>pada</a:t>
            </a:r>
            <a:endParaRPr lang="en-US" dirty="0" smtClean="0"/>
          </a:p>
          <a:p>
            <a:r>
              <a:rPr lang="en-US" dirty="0" smtClean="0"/>
              <a:t>Information Retrieval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Penentuan</a:t>
            </a:r>
            <a:r>
              <a:rPr lang="en-US" dirty="0" smtClean="0"/>
              <a:t> </a:t>
            </a:r>
            <a:r>
              <a:rPr lang="en-US" dirty="0" err="1" smtClean="0"/>
              <a:t>Topik</a:t>
            </a:r>
            <a:endParaRPr lang="en-US" dirty="0" smtClean="0"/>
          </a:p>
          <a:p>
            <a:r>
              <a:rPr lang="en-US" dirty="0" err="1" smtClean="0"/>
              <a:t>Referensi</a:t>
            </a:r>
            <a:r>
              <a:rPr lang="en-US" dirty="0" smtClean="0"/>
              <a:t>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42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Judul</a:t>
            </a:r>
            <a:r>
              <a:rPr lang="en-US" dirty="0" smtClean="0"/>
              <a:t> &amp; </a:t>
            </a:r>
            <a:r>
              <a:rPr lang="en-US" dirty="0" err="1" smtClean="0"/>
              <a:t>Identitas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Judul</a:t>
            </a:r>
            <a:r>
              <a:rPr lang="en-US" b="1" dirty="0" smtClean="0"/>
              <a:t> </a:t>
            </a:r>
            <a:r>
              <a:rPr lang="en-US" b="1" dirty="0" err="1" smtClean="0"/>
              <a:t>Utama</a:t>
            </a:r>
            <a:r>
              <a:rPr lang="en-US" dirty="0" smtClean="0"/>
              <a:t>: </a:t>
            </a:r>
            <a:r>
              <a:rPr lang="en-US" dirty="0" err="1" smtClean="0"/>
              <a:t>Penerapan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 smtClean="0"/>
              <a:t> K-Nearest Neighbor </a:t>
            </a:r>
            <a:r>
              <a:rPr lang="en-US" dirty="0" err="1" smtClean="0"/>
              <a:t>pada</a:t>
            </a:r>
            <a:r>
              <a:rPr lang="en-US" dirty="0" smtClean="0"/>
              <a:t> Information Retrieval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Penentuan</a:t>
            </a:r>
            <a:r>
              <a:rPr lang="en-US" dirty="0" smtClean="0"/>
              <a:t> </a:t>
            </a:r>
            <a:r>
              <a:rPr lang="en-US" dirty="0" err="1" smtClean="0"/>
              <a:t>Topik</a:t>
            </a:r>
            <a:endParaRPr lang="en-US" dirty="0" smtClean="0"/>
          </a:p>
          <a:p>
            <a:r>
              <a:rPr lang="en-US" b="1" dirty="0" smtClean="0"/>
              <a:t>Sub-</a:t>
            </a:r>
            <a:r>
              <a:rPr lang="en-US" b="1" dirty="0" err="1" smtClean="0"/>
              <a:t>judul</a:t>
            </a:r>
            <a:r>
              <a:rPr lang="en-US" dirty="0" smtClean="0"/>
              <a:t>: </a:t>
            </a:r>
            <a:r>
              <a:rPr lang="en-US" dirty="0" err="1" smtClean="0"/>
              <a:t>Studi</a:t>
            </a:r>
            <a:r>
              <a:rPr lang="en-US" dirty="0" smtClean="0"/>
              <a:t> </a:t>
            </a:r>
            <a:r>
              <a:rPr lang="en-US" dirty="0" err="1" smtClean="0"/>
              <a:t>Kasus</a:t>
            </a:r>
            <a:r>
              <a:rPr lang="en-US" dirty="0" smtClean="0"/>
              <a:t> </a:t>
            </a:r>
            <a:r>
              <a:rPr lang="en-US" dirty="0" err="1" smtClean="0"/>
              <a:t>Klasifikasi</a:t>
            </a:r>
            <a:r>
              <a:rPr lang="en-US" dirty="0" smtClean="0"/>
              <a:t> </a:t>
            </a:r>
            <a:r>
              <a:rPr lang="en-US" dirty="0" err="1" smtClean="0"/>
              <a:t>Abstrak</a:t>
            </a:r>
            <a:r>
              <a:rPr lang="en-US" dirty="0" smtClean="0"/>
              <a:t>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endParaRPr lang="en-US" dirty="0" smtClean="0"/>
          </a:p>
          <a:p>
            <a:r>
              <a:rPr lang="en-US" b="1" dirty="0" smtClean="0"/>
              <a:t>Tim </a:t>
            </a:r>
            <a:r>
              <a:rPr lang="en-US" b="1" dirty="0" err="1" smtClean="0"/>
              <a:t>Peneliti</a:t>
            </a:r>
            <a:r>
              <a:rPr lang="en-US" dirty="0" smtClean="0"/>
              <a:t>: Ramadhan </a:t>
            </a:r>
            <a:r>
              <a:rPr lang="en-US" dirty="0" err="1" smtClean="0"/>
              <a:t>Rakhmat</a:t>
            </a:r>
            <a:r>
              <a:rPr lang="en-US" dirty="0" smtClean="0"/>
              <a:t> Sani, Junta </a:t>
            </a:r>
            <a:r>
              <a:rPr lang="en-US" dirty="0" err="1" smtClean="0"/>
              <a:t>Zeniarja</a:t>
            </a:r>
            <a:r>
              <a:rPr lang="en-US" dirty="0" smtClean="0"/>
              <a:t>, </a:t>
            </a:r>
            <a:r>
              <a:rPr lang="en-US" dirty="0" err="1" smtClean="0"/>
              <a:t>Ardytha</a:t>
            </a:r>
            <a:r>
              <a:rPr lang="en-US" dirty="0" smtClean="0"/>
              <a:t> </a:t>
            </a:r>
            <a:r>
              <a:rPr lang="en-US" dirty="0" err="1" smtClean="0"/>
              <a:t>Luthfiarta</a:t>
            </a:r>
            <a:endParaRPr lang="en-US" dirty="0" smtClean="0"/>
          </a:p>
          <a:p>
            <a:r>
              <a:rPr lang="en-US" b="1" dirty="0" err="1" smtClean="0"/>
              <a:t>Institusi</a:t>
            </a:r>
            <a:r>
              <a:rPr lang="en-US" dirty="0" smtClean="0"/>
              <a:t>: </a:t>
            </a:r>
            <a:r>
              <a:rPr lang="en-US" dirty="0" err="1" smtClean="0"/>
              <a:t>Universitas</a:t>
            </a:r>
            <a:r>
              <a:rPr lang="en-US" dirty="0" smtClean="0"/>
              <a:t> Dian </a:t>
            </a:r>
            <a:r>
              <a:rPr lang="en-US" dirty="0" err="1" smtClean="0"/>
              <a:t>Nuswantoro</a:t>
            </a:r>
            <a:endParaRPr lang="en-US" dirty="0" smtClean="0"/>
          </a:p>
          <a:p>
            <a:r>
              <a:rPr lang="en-US" b="1" dirty="0" smtClean="0"/>
              <a:t>Link: </a:t>
            </a:r>
            <a:r>
              <a:rPr lang="en-US" dirty="0" smtClean="0"/>
              <a:t>https://publikasi.dinus.ac.id/jais/article/download/1189/893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373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Latar</a:t>
            </a:r>
            <a:r>
              <a:rPr lang="en-US" dirty="0" smtClean="0"/>
              <a:t> </a:t>
            </a:r>
            <a:r>
              <a:rPr lang="en-US" dirty="0" err="1" smtClean="0"/>
              <a:t>Belakang</a:t>
            </a:r>
            <a:r>
              <a:rPr lang="en-US" dirty="0" smtClean="0"/>
              <a:t> </a:t>
            </a:r>
            <a:r>
              <a:rPr lang="en-US" dirty="0" err="1" smtClean="0"/>
              <a:t>Masalah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95607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648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Tujuan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70120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302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ambar text mining process flow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62367"/>
            <a:ext cx="10515600" cy="420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49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Pengujian klasifikasi dan pengukuran </a:t>
            </a:r>
            <a:r>
              <a:rPr lang="fi-FI" dirty="0" smtClean="0"/>
              <a:t>akurasi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5370" y="2180492"/>
            <a:ext cx="9267092" cy="33751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Data Training: </a:t>
            </a:r>
            <a:r>
              <a:rPr lang="en-US" b="1" dirty="0" smtClean="0"/>
              <a:t>9</a:t>
            </a:r>
            <a:r>
              <a:rPr lang="en-US" dirty="0" smtClean="0"/>
              <a:t> </a:t>
            </a:r>
            <a:r>
              <a:rPr lang="en-US" dirty="0" err="1" smtClean="0"/>
              <a:t>dokumen</a:t>
            </a:r>
            <a:r>
              <a:rPr lang="en-US" dirty="0" smtClean="0"/>
              <a:t> </a:t>
            </a:r>
            <a:r>
              <a:rPr lang="en-US" dirty="0" err="1" smtClean="0"/>
              <a:t>abstrak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Data Testing: </a:t>
            </a:r>
            <a:r>
              <a:rPr lang="en-US" b="1" dirty="0" smtClean="0"/>
              <a:t>1</a:t>
            </a:r>
            <a:r>
              <a:rPr lang="en-US" dirty="0" smtClean="0"/>
              <a:t> </a:t>
            </a:r>
            <a:r>
              <a:rPr lang="en-US" dirty="0" err="1" smtClean="0"/>
              <a:t>dokumen</a:t>
            </a:r>
            <a:r>
              <a:rPr lang="en-US" dirty="0" smtClean="0"/>
              <a:t> </a:t>
            </a:r>
            <a:r>
              <a:rPr lang="en-US" dirty="0" err="1" smtClean="0"/>
              <a:t>abstrak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v-SE" dirty="0" smtClean="0"/>
              <a:t>Dimana label atau kategori yang digunakan: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 smtClean="0"/>
              <a:t>IMAGE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 smtClean="0"/>
              <a:t>IR </a:t>
            </a:r>
          </a:p>
          <a:p>
            <a:pPr marL="514350" indent="-514350">
              <a:buFont typeface="+mj-lt"/>
              <a:buAutoNum type="arabicPeriod"/>
            </a:pPr>
            <a:r>
              <a:rPr lang="sv-SE" dirty="0" smtClean="0"/>
              <a:t>JARKOM.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1122" y="1303520"/>
            <a:ext cx="6277708" cy="1325563"/>
          </a:xfrm>
        </p:spPr>
        <p:txBody>
          <a:bodyPr/>
          <a:lstStyle/>
          <a:p>
            <a:pPr algn="ctr"/>
            <a:r>
              <a:rPr lang="en-US" b="1" dirty="0" err="1" smtClean="0"/>
              <a:t>Tahapan</a:t>
            </a:r>
            <a:r>
              <a:rPr lang="en-US" b="1" dirty="0" smtClean="0"/>
              <a:t> </a:t>
            </a:r>
            <a:r>
              <a:rPr lang="en-US" b="1" i="1" dirty="0" smtClean="0"/>
              <a:t>Text Preprocessing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6978439"/>
              </p:ext>
            </p:extLst>
          </p:nvPr>
        </p:nvGraphicFramePr>
        <p:xfrm>
          <a:off x="849923" y="2230499"/>
          <a:ext cx="10515600" cy="3547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4165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Pembobotan</a:t>
            </a:r>
            <a:r>
              <a:rPr lang="en-US" dirty="0" smtClean="0"/>
              <a:t> &amp; </a:t>
            </a:r>
            <a:r>
              <a:rPr lang="en-US" dirty="0" err="1" smtClean="0"/>
              <a:t>Pengukuran</a:t>
            </a:r>
            <a:r>
              <a:rPr lang="en-US" dirty="0" smtClean="0"/>
              <a:t> </a:t>
            </a:r>
            <a:r>
              <a:rPr lang="en-US" dirty="0" err="1" smtClean="0"/>
              <a:t>Jarak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pembobotan</a:t>
            </a:r>
            <a:r>
              <a:rPr lang="en-US" dirty="0" smtClean="0"/>
              <a:t> Kata </a:t>
            </a:r>
            <a:r>
              <a:rPr lang="en-US" b="1" dirty="0" smtClean="0"/>
              <a:t>(TF-IDF)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menghitung</a:t>
            </a:r>
            <a:r>
              <a:rPr lang="en-US" dirty="0" smtClean="0"/>
              <a:t> </a:t>
            </a:r>
            <a:r>
              <a:rPr lang="en-US" dirty="0" err="1" smtClean="0"/>
              <a:t>bobot</a:t>
            </a:r>
            <a:r>
              <a:rPr lang="en-US" dirty="0" smtClean="0"/>
              <a:t> </a:t>
            </a:r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 err="1" smtClean="0"/>
              <a:t>istilah</a:t>
            </a:r>
            <a:r>
              <a:rPr lang="en-US" dirty="0" smtClean="0"/>
              <a:t> (</a:t>
            </a:r>
            <a:r>
              <a:rPr lang="en-US" i="1" dirty="0" smtClean="0"/>
              <a:t>term</a:t>
            </a:r>
            <a:r>
              <a:rPr lang="en-US" dirty="0" smtClean="0"/>
              <a:t>)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dokumen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 smtClean="0"/>
          </a:p>
          <a:p>
            <a:pPr marL="0" indent="0">
              <a:buNone/>
            </a:pPr>
            <a:r>
              <a:rPr lang="sv-SE" dirty="0" smtClean="0"/>
              <a:t>Pengukuran Kemiripan (Similarity) menggunakan </a:t>
            </a:r>
            <a:r>
              <a:rPr lang="sv-SE" b="1" dirty="0" smtClean="0"/>
              <a:t>Cosine Similarity </a:t>
            </a:r>
            <a:r>
              <a:rPr lang="sv-SE" dirty="0" smtClean="0"/>
              <a:t>untuk menghitung kedekatan antara dokumen uji (Dtest​) dengan dokumen latih. Rumus: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74319"/>
            <a:ext cx="588037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66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Proses </a:t>
            </a:r>
            <a:r>
              <a:rPr lang="en-US" dirty="0" err="1" smtClean="0"/>
              <a:t>Klasifikasi</a:t>
            </a:r>
            <a:r>
              <a:rPr lang="en-US" dirty="0" smtClean="0"/>
              <a:t> KNN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4480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4920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4262" y="2791802"/>
            <a:ext cx="7227277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 smtClean="0">
                <a:latin typeface="Cambria Math" panose="02040503050406030204" pitchFamily="18" charset="0"/>
                <a:ea typeface="Cambria Math" panose="02040503050406030204" pitchFamily="18" charset="0"/>
              </a:rPr>
              <a:t>Terimakasi</a:t>
            </a:r>
            <a:endParaRPr lang="en-US" sz="54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842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324</Words>
  <Application>Microsoft Office PowerPoint</Application>
  <PresentationFormat>Widescreen</PresentationFormat>
  <Paragraphs>51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Tugas Presentasi Journal</vt:lpstr>
      <vt:lpstr>Judul &amp; Identitas</vt:lpstr>
      <vt:lpstr>Latar Belakang Masalah</vt:lpstr>
      <vt:lpstr>Tujuan Penelitian</vt:lpstr>
      <vt:lpstr>PowerPoint Presentation</vt:lpstr>
      <vt:lpstr>Pengujian klasifikasi dan pengukuran akurasi</vt:lpstr>
      <vt:lpstr>Tahapan Text Preprocessing</vt:lpstr>
      <vt:lpstr>Pembobotan &amp; Pengukuran Jarak</vt:lpstr>
      <vt:lpstr>Proses Klasifikasi KNN</vt:lpstr>
      <vt:lpstr>Terimakasi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Bedah Journal</dc:title>
  <dc:creator>Blank Zero</dc:creator>
  <cp:lastModifiedBy>Blank Zero</cp:lastModifiedBy>
  <cp:revision>8</cp:revision>
  <dcterms:created xsi:type="dcterms:W3CDTF">2026-01-17T02:25:31Z</dcterms:created>
  <dcterms:modified xsi:type="dcterms:W3CDTF">2026-01-17T06:07:21Z</dcterms:modified>
</cp:coreProperties>
</file>